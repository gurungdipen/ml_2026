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EAF1C-A703-B775-822F-6F962459D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CDBA9-E235-0D5A-B351-892507E0A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2B60C-5F73-7D44-9A50-5ED8A4089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D029-B414-4DA4-912A-52EE3B0E743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31DE-C3DB-8AD0-BA1D-A7AB33A3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3B23C-842D-EE2E-DB5E-147BC6BC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65A-2A81-4A96-9728-2384CC407A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7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B121-476B-0E11-62E3-6FBAFEB7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7A12D-1C41-4800-4C0B-6CAF2AD3C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663E8-6198-A0CC-2B64-496B4E898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D029-B414-4DA4-912A-52EE3B0E743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E0EE-9A9F-B32C-EDE9-9821BA556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3C631-FF3F-C11C-AF31-D3EA87B2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65A-2A81-4A96-9728-2384CC407A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9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EE72-C8CD-351F-0430-8C5068D8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1CB52-771F-C31C-96F0-6DD518638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CCD59-22A0-8979-569F-68A112B6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D029-B414-4DA4-912A-52EE3B0E743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A3CAB-F998-E583-6128-5ACE0FF5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8D671-8440-0A89-3FED-18540906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65A-2A81-4A96-9728-2384CC407A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12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7718-9360-8DA2-DFD3-BF9C49DF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C866C-921E-FF0A-7328-E88A18F74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B09C9-462A-D09F-2A3E-5789BFD0A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DF713-BDA1-B6D9-5F8A-A14950AD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D029-B414-4DA4-912A-52EE3B0E743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98B9C-B0ED-B198-189C-417562EF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494E8-D766-DFF3-9AFE-E9FD7A79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65A-2A81-4A96-9728-2384CC407A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654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017A-C7AF-5B2C-A30A-1CD3E437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F2342-09B1-A051-0569-A38AB735F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D19F5-F96F-8CF1-B0C5-B238EB0B4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768483-ED14-ACC7-5C30-D88ECA075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7C5C98-CD14-267C-C439-972D72B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6DA509-0CF4-B7E4-74BD-B9346B710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D029-B414-4DA4-912A-52EE3B0E743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77F9F-1C96-1295-ACFA-2096ADE4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A3DC77-1CAF-531E-4473-93398601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65A-2A81-4A96-9728-2384CC407A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40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CA29A-C38C-88F6-BBCB-704C0048D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BA92D-851D-6B2B-7D31-1F479D99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D029-B414-4DA4-912A-52EE3B0E743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1FDEB-9A17-31E4-C1A4-61E14D6F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89184-A7A6-E090-9C27-4631CBA5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65A-2A81-4A96-9728-2384CC407A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28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B43DE-3373-8806-FCBE-CF8268F4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D029-B414-4DA4-912A-52EE3B0E743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A3B2B0-4626-9F0D-FF27-60E1A1283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C0030-7495-1553-0FF8-029253E4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65A-2A81-4A96-9728-2384CC407A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537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A510-6378-57A3-4793-74B9EF274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95659-D7B0-DD9F-AD0F-A87D65913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06160-179A-42C1-551A-8C76C86CB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81D6A-A562-C5FA-075F-DBE10201C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D029-B414-4DA4-912A-52EE3B0E743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C9F3A-3660-B565-CC3D-133213E69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52BBA-4A5B-8035-9AB0-009E10D1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65A-2A81-4A96-9728-2384CC407A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231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AA7E-E401-3584-202F-24F403E69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6B5862-8317-8929-64D5-C3175204A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6159D-8486-9DF4-200B-210CB8863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C6FB0-1B46-CF0E-984B-6672ADA3E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D029-B414-4DA4-912A-52EE3B0E743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97E37-C30C-8052-1BCA-C74810D7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4F4B8-E581-2A4B-6DBF-3B37AC67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65A-2A81-4A96-9728-2384CC407A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594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A70A0-B4EF-B02D-D8F1-ED06565E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1D030-E749-7671-F41A-C15CF8F1C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A0F1C-080F-1C39-99C5-1B5E75E3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D029-B414-4DA4-912A-52EE3B0E743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DAC74-93AD-74CE-2369-25C9295A6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4E62F-E1FB-E0C7-28F4-6C4DE596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65A-2A81-4A96-9728-2384CC407A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58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EB29FE-DA35-1214-5DED-D0B2E4BB9E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211BC-3E86-3DFC-16A3-E6E72FF66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8B178-55CA-8625-3583-E45F13AE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D029-B414-4DA4-912A-52EE3B0E743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33BDD-F377-A050-ECB9-C643F018B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F3D83-29F5-AA5D-90BA-39E28959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8A65A-2A81-4A96-9728-2384CC407A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83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538955-1772-CF1E-516B-F168B79F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5236C-B159-DBD3-6163-DDA7DF03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4B73F-5BC5-1316-8E74-0C214BF4D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2D029-B414-4DA4-912A-52EE3B0E743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0FEA5-E3E9-B7B9-34B2-B79AE238E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D48C5-B175-6D5A-86D1-67691504E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8A65A-2A81-4A96-9728-2384CC407A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28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F270-41FF-4BFB-7FD9-D7CE4B09E3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29DC9-7F99-7EE9-3FEE-86912F8E46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 of Determination</a:t>
            </a:r>
          </a:p>
        </p:txBody>
      </p:sp>
    </p:spTree>
    <p:extLst>
      <p:ext uri="{BB962C8B-B14F-4D97-AF65-F5344CB8AC3E}">
        <p14:creationId xmlns:p14="http://schemas.microsoft.com/office/powerpoint/2010/main" val="535845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9609-7016-6619-CDB6-5B1B70B41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D59AA-F7AB-DC8D-5018-377F7B18A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R² (Coefficient of Determination) determines how well the regression model explains the variation in the dependent variable.</a:t>
            </a:r>
          </a:p>
          <a:p>
            <a:pPr algn="just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"How much of the change in the dependent variable can be explained by the independent variables in the model?“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32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93DA0B-63B7-F894-42BC-2ECB47D52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968375"/>
            <a:ext cx="6239149" cy="4351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CA1B58-8C85-70C3-4ACE-99BC0A761D4D}"/>
                  </a:ext>
                </a:extLst>
              </p:cNvPr>
              <p:cNvSpPr txBox="1"/>
              <p:nvPr/>
            </p:nvSpPr>
            <p:spPr>
              <a:xfrm>
                <a:off x="7486650" y="968375"/>
                <a:ext cx="4124325" cy="4483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 of Squared due to regression (SSR)</a:t>
                </a:r>
              </a:p>
              <a:p>
                <a:r>
                  <a:rPr lang="en-IN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IN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IN" sz="2400" b="1" i="0" dirty="0" smtClean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IN" sz="2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  <m:r>
                          <a:rPr lang="en-IN" sz="2400" b="1" i="1" baseline="-2500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sz="2400" b="1" i="0" baseline="-2500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0" baseline="300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IN" sz="2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2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𝒀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IN" sz="2400" b="1" i="0" baseline="-250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IN" sz="2400" b="1" i="0" baseline="30000" dirty="0" smtClean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IN" sz="2400" b="1" i="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IN" sz="2400" b="1" baseline="-25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 of Squared Error (SSE)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I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IN" sz="2400" b="1" i="0" dirty="0" smtClean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(Y</m:t>
                        </m:r>
                        <m:r>
                          <m:rPr>
                            <m:nor/>
                          </m:rPr>
                          <a:rPr lang="en-IN" sz="2400" b="1" i="0" baseline="-25000" dirty="0" smtClean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 </m:t>
                        </m:r>
                        <m:r>
                          <m:rPr>
                            <m:nor/>
                          </m:rPr>
                          <a:rPr lang="en-IN" sz="2400" b="1" i="0" baseline="30000" dirty="0" smtClean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0" dirty="0" smtClean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 </m:t>
                        </m:r>
                        <m:acc>
                          <m:accPr>
                            <m:chr m:val="̂"/>
                            <m:ctrlPr>
                              <a:rPr lang="en-I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  <m:r>
                          <a:rPr lang="en-IN" sz="2400" b="1" i="1" baseline="-25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m:rPr>
                            <m:nor/>
                          </m:rPr>
                          <a:rPr lang="en-IN" sz="2400" b="1" i="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IN" sz="2400" b="1" i="1" baseline="30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</m:nary>
                  </m:oMath>
                </a14:m>
                <a:endParaRPr lang="en-IN" sz="2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 of Squared Total (SST)</a:t>
                </a: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= SSR + SSE</a:t>
                </a: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I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IN" sz="2400" b="1" i="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(Y</m:t>
                        </m:r>
                        <m:r>
                          <m:rPr>
                            <m:nor/>
                          </m:rPr>
                          <a:rPr lang="en-IN" sz="2400" b="1" i="0" baseline="-2500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 </m:t>
                        </m:r>
                        <m:r>
                          <m:rPr>
                            <m:nor/>
                          </m:rPr>
                          <a:rPr lang="en-IN" sz="2400" b="1" i="0" baseline="3000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i="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I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I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𝒀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IN" sz="2400" b="1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IN" sz="2400" b="1" i="0" baseline="3000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IN" sz="2400" b="1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IN" sz="2400" b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𝑺𝑺𝑹</m:t>
                        </m:r>
                      </m:num>
                      <m:den>
                        <m:r>
                          <a:rPr lang="en-IN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𝑺𝑺𝑻</m:t>
                        </m:r>
                      </m:den>
                    </m:f>
                  </m:oMath>
                </a14:m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CA1B58-8C85-70C3-4ACE-99BC0A761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650" y="968375"/>
                <a:ext cx="4124325" cy="4483535"/>
              </a:xfrm>
              <a:prstGeom prst="rect">
                <a:avLst/>
              </a:prstGeom>
              <a:blipFill>
                <a:blip r:embed="rId3"/>
                <a:stretch>
                  <a:fillRect l="-2216" t="-10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855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65FE-6DC9-2B93-9689-56AAA8AC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9B4ED-CEFA-135C-F555-E7941F0C1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indicates better fit, whereas lower R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indicates poor fit.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Example, if R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= 0.80, 80% of the variation in the value of the dependent variable can be explained by the independent variables.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463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127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Times New Roman</vt:lpstr>
      <vt:lpstr>Office Theme</vt:lpstr>
      <vt:lpstr>R2</vt:lpstr>
      <vt:lpstr>R2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Dipendra Gurung</dc:creator>
  <cp:lastModifiedBy>Dipendra Gurung</cp:lastModifiedBy>
  <cp:revision>2</cp:revision>
  <dcterms:created xsi:type="dcterms:W3CDTF">2026-09-15T17:05:26Z</dcterms:created>
  <dcterms:modified xsi:type="dcterms:W3CDTF">2026-09-15T17:43:02Z</dcterms:modified>
</cp:coreProperties>
</file>