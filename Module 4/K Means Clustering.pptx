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B1A"/>
    <a:srgbClr val="2417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4162-F89D-F1E2-7A6E-89B67661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9A5A2-5736-3790-DC0E-9A8DE0C4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2D64E-F68A-6502-7349-14051B52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43DAB-69F3-57ED-7BA4-F6B886B5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3220D-8DF2-CDAD-286C-12FE8CC4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8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360B-EA9C-D73D-961C-241B4000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4C9A1-26ED-BB97-733A-01E5E090A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052F2-EED4-89A4-A051-FF994FD7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E561E-77B1-5C25-056E-B7D6C02E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1676C-4F78-0948-ED46-38EF1A6A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14E5-2197-5088-181C-CB411730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CC82E-F85D-9CD1-5090-2D9179D98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6F0ED-CAA0-E20A-3687-6546B51F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2A201-9AB4-C391-A9A8-C790950C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EA359-E535-5BBF-3AAD-E4399E33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7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2B72-4331-65C3-0497-0BD0D605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43158-369A-340B-4532-CD9C9CF20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09766-15E1-26ED-7547-5529B7D0E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BD050-082A-48E8-CA2D-F9763E409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6664F-7E23-DC9E-FD08-17E084BC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A7EF0-E172-9867-B3B4-24620822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1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57E5-9592-55E6-B9A1-3B90DD21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19C72-BAF6-47B3-B6A0-932C1AEA8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5285D-2ECA-30B9-89E9-328967FDB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C0474-D119-0777-E7A7-BBCD654E6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DDDC1-E60E-0EE9-37C5-78BC9B362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3EED1-9797-5EB3-8B09-C8D762F6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A273A-1F41-944A-EE58-FD54BFCF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AEE66-1ED9-CDFB-CA2C-B655FDA5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B60D-8D30-C838-D1F5-26B0BA9E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C016B-849F-4945-903E-A8D43BF1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84111-72DB-76F1-1FC9-4878C1F33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49C58-B14E-1D92-1A8A-05156518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239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47A3-DA99-FB49-039A-4E7EF007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1B09B-A9D1-0975-E3E6-544649FE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857EA-B007-40E7-4F5C-2CD0C561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17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BA83-9D82-D5EB-6BD0-6711926D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6769C-7854-7DE6-8FF6-CB9BD35C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C18E4-83AE-C2AC-26ED-2609076B4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5BF68-E7E7-A0F0-1873-6CFA7088B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15350-5156-7A20-2226-5E05D9682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D0228-26FF-2E84-F439-BD43C464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9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944F-D100-8951-19E4-C71ADD40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0395F-CEDB-A373-AFEA-BEDFDC0FB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D1131-FDCA-329F-C563-80A7251E1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FF9EC-5AE7-FF57-5C4C-D4B6A7131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A149B-3F38-69ED-9069-3E91ADA2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1A032-2662-EB71-05DE-024060A5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14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3F98-335F-A60F-529F-262D2ABB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43F26-197B-CB2E-B989-86B88D145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EC3F7-F3E5-8519-1B91-03494315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7DEA7-1A87-8CCC-A45A-633BA1B5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51E44-316A-03E0-7A8E-B5D0BD11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37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AFC99-FF7A-5D81-EF30-C074737A2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7B10A-3A63-4656-C298-DBD710C27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DAD2A-5347-6723-EA80-9D212C99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3007A-F228-B1FF-9395-21254DDE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2BE9-1E4B-F3D9-3B5D-80A6A7C7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48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DD2C0-104F-A212-1FE8-3871BEAF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516D-4F0B-228B-BB21-57F20AA95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56891-01B4-4988-3FF9-B270DBAC9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374BF-7406-4DAD-B526-4B6D138407C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7E722-3366-322F-3807-48E8CFFBD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1ED68-909A-BFCD-067A-664574305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ECECD-91A8-4C37-BB5C-19B043C4B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31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5617-4006-767C-DF4E-C9A266DF32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9F340-A573-0106-3EC0-13DCE128F0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0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FA6F-9E05-0EB8-EB54-CF174E8F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7664D-0E78-DE43-CC91-81AD0F00F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b="1" dirty="0"/>
              <a:t>K-means clustering</a:t>
            </a:r>
            <a:r>
              <a:rPr lang="en-IN" sz="2400" dirty="0"/>
              <a:t> is an unsupervised machine learning algorithm used to group data into </a:t>
            </a:r>
            <a:r>
              <a:rPr lang="en-IN" sz="2400" b="1" dirty="0"/>
              <a:t>K distinct clusters</a:t>
            </a:r>
            <a:r>
              <a:rPr lang="en-IN" sz="2400" dirty="0"/>
              <a:t> based on similarity.</a:t>
            </a:r>
          </a:p>
          <a:p>
            <a:pPr algn="just"/>
            <a:r>
              <a:rPr lang="en-IN" sz="2400" dirty="0"/>
              <a:t>You choose a number </a:t>
            </a:r>
            <a:r>
              <a:rPr lang="en-IN" sz="2400" b="1" dirty="0"/>
              <a:t>K</a:t>
            </a:r>
            <a:r>
              <a:rPr lang="en-IN" sz="2400" dirty="0"/>
              <a:t>, and the algorithm divides your data into K groups such that:</a:t>
            </a:r>
          </a:p>
          <a:p>
            <a:pPr algn="just"/>
            <a:r>
              <a:rPr lang="en-IN" sz="2400" dirty="0"/>
              <a:t>Points in the </a:t>
            </a:r>
            <a:r>
              <a:rPr lang="en-IN" sz="2400" b="1" dirty="0"/>
              <a:t>same cluster are similar</a:t>
            </a:r>
            <a:r>
              <a:rPr lang="en-IN" sz="2400" dirty="0"/>
              <a:t> </a:t>
            </a:r>
          </a:p>
          <a:p>
            <a:pPr algn="just"/>
            <a:r>
              <a:rPr lang="en-IN" sz="2400" dirty="0"/>
              <a:t>Points in </a:t>
            </a:r>
            <a:r>
              <a:rPr lang="en-IN" sz="2400" b="1" dirty="0"/>
              <a:t>different clusters are dissimilar</a:t>
            </a:r>
            <a:endParaRPr lang="en-IN" sz="2400" dirty="0"/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3751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8833-EDC6-82A3-A0C0-E63B536A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D78922-D130-768F-87DB-305451FCE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967" y="1962659"/>
            <a:ext cx="8526065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3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5680-2970-92D7-27F3-B366F412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125"/>
          </a:xfrm>
        </p:spPr>
        <p:txBody>
          <a:bodyPr>
            <a:normAutofit/>
          </a:bodyPr>
          <a:lstStyle/>
          <a:p>
            <a:r>
              <a:rPr lang="en-US" sz="4000" dirty="0"/>
              <a:t>K-means working principle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7BCC72-1510-0DCF-D2FE-3CCA19E640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2"/>
            <a:ext cx="1124654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Choose K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Decide how many clusters you want.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Initialize centroids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Randomly pick K points as cluster centers (centroids).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Assign points to clusters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data point is assigned to the nearest centroid (usually using Euclidean distance).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Update centroids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Recompute the centroid of each cluster as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 of all points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that cluster.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Repeat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Keep repeating steps 3 and 4 until: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Centroids stop changing, or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Maximum iterations are reached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869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9134-3EB4-0946-A697-910F6950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– working principle</a:t>
            </a:r>
            <a:endParaRPr lang="en-IN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32F62BC-F01A-0B05-364C-A1342D506950}"/>
              </a:ext>
            </a:extLst>
          </p:cNvPr>
          <p:cNvGrpSpPr/>
          <p:nvPr/>
        </p:nvGrpSpPr>
        <p:grpSpPr>
          <a:xfrm>
            <a:off x="1190626" y="1943100"/>
            <a:ext cx="4400550" cy="3810000"/>
            <a:chOff x="1190626" y="1943100"/>
            <a:chExt cx="4400550" cy="38100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C04589-7A60-84E0-DB87-5955A4F44F2F}"/>
                </a:ext>
              </a:extLst>
            </p:cNvPr>
            <p:cNvGrpSpPr/>
            <p:nvPr/>
          </p:nvGrpSpPr>
          <p:grpSpPr>
            <a:xfrm>
              <a:off x="1190626" y="1943100"/>
              <a:ext cx="4400550" cy="3810000"/>
              <a:chOff x="1190625" y="1943100"/>
              <a:chExt cx="4448175" cy="3219450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F09D2BB8-D8AC-0E07-9E61-19457733F0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0625" y="1943100"/>
                <a:ext cx="0" cy="32194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78B30AB-3ECF-E474-36DB-1C1BD39270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90625" y="5162550"/>
                <a:ext cx="444817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1C2D660-645F-477A-D5CC-E1EEBDE65633}"/>
                </a:ext>
              </a:extLst>
            </p:cNvPr>
            <p:cNvSpPr/>
            <p:nvPr/>
          </p:nvSpPr>
          <p:spPr>
            <a:xfrm>
              <a:off x="2039304" y="476250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73EBCA-3B15-1C29-3E78-4221C9334C7A}"/>
                </a:ext>
              </a:extLst>
            </p:cNvPr>
            <p:cNvSpPr/>
            <p:nvPr/>
          </p:nvSpPr>
          <p:spPr>
            <a:xfrm>
              <a:off x="1886904" y="395096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4F9D954-9A87-FFC0-1C2C-EF728FC15599}"/>
                </a:ext>
              </a:extLst>
            </p:cNvPr>
            <p:cNvSpPr/>
            <p:nvPr/>
          </p:nvSpPr>
          <p:spPr>
            <a:xfrm>
              <a:off x="1841185" y="438149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59CE7C8-D049-2170-8680-60E835D3D4EC}"/>
                </a:ext>
              </a:extLst>
            </p:cNvPr>
            <p:cNvSpPr/>
            <p:nvPr/>
          </p:nvSpPr>
          <p:spPr>
            <a:xfrm>
              <a:off x="1795466" y="318087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FF50EF6-0F56-406F-6A8D-F197742B9D64}"/>
                </a:ext>
              </a:extLst>
            </p:cNvPr>
            <p:cNvSpPr/>
            <p:nvPr/>
          </p:nvSpPr>
          <p:spPr>
            <a:xfrm>
              <a:off x="2115504" y="3653315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33F17BE-65C2-F2B3-0653-F35FA1EB4A49}"/>
                </a:ext>
              </a:extLst>
            </p:cNvPr>
            <p:cNvSpPr/>
            <p:nvPr/>
          </p:nvSpPr>
          <p:spPr>
            <a:xfrm>
              <a:off x="2298385" y="320182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98CEDBB-452D-85FC-C7E2-C822CE41222D}"/>
                </a:ext>
              </a:extLst>
            </p:cNvPr>
            <p:cNvSpPr/>
            <p:nvPr/>
          </p:nvSpPr>
          <p:spPr>
            <a:xfrm>
              <a:off x="2298385" y="410479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9F94E3-C12F-E1C4-DBAC-F3DDD0033030}"/>
                </a:ext>
              </a:extLst>
            </p:cNvPr>
            <p:cNvSpPr/>
            <p:nvPr/>
          </p:nvSpPr>
          <p:spPr>
            <a:xfrm>
              <a:off x="2526985" y="457961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37B9F4-415F-E60F-20B9-6164138558CA}"/>
                </a:ext>
              </a:extLst>
            </p:cNvPr>
            <p:cNvSpPr/>
            <p:nvPr/>
          </p:nvSpPr>
          <p:spPr>
            <a:xfrm>
              <a:off x="2582230" y="360759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F55F123-6A99-FB5F-C16F-BB6806C8B1B6}"/>
                </a:ext>
              </a:extLst>
            </p:cNvPr>
            <p:cNvSpPr/>
            <p:nvPr/>
          </p:nvSpPr>
          <p:spPr>
            <a:xfrm>
              <a:off x="2679385" y="483870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A3256E3-EC34-9BB3-7DD2-6137513B374B}"/>
                </a:ext>
              </a:extLst>
            </p:cNvPr>
            <p:cNvSpPr/>
            <p:nvPr/>
          </p:nvSpPr>
          <p:spPr>
            <a:xfrm>
              <a:off x="2828925" y="417338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F328CB-DDC8-B5D0-58E8-AA1A4B2E98BD}"/>
                </a:ext>
              </a:extLst>
            </p:cNvPr>
            <p:cNvSpPr/>
            <p:nvPr/>
          </p:nvSpPr>
          <p:spPr>
            <a:xfrm>
              <a:off x="2874644" y="344710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721209E-5C9D-8DA4-2ED7-F123D7F00C5C}"/>
                </a:ext>
              </a:extLst>
            </p:cNvPr>
            <p:cNvSpPr/>
            <p:nvPr/>
          </p:nvSpPr>
          <p:spPr>
            <a:xfrm>
              <a:off x="2920363" y="460010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A9A5411-212A-0D02-C796-71F2DA2880FD}"/>
                </a:ext>
              </a:extLst>
            </p:cNvPr>
            <p:cNvSpPr/>
            <p:nvPr/>
          </p:nvSpPr>
          <p:spPr>
            <a:xfrm>
              <a:off x="3067050" y="382857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8A04B7E-A026-3B19-C167-7C11A745AC6F}"/>
                </a:ext>
              </a:extLst>
            </p:cNvPr>
            <p:cNvSpPr/>
            <p:nvPr/>
          </p:nvSpPr>
          <p:spPr>
            <a:xfrm>
              <a:off x="2943222" y="31225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C3AC1A-1233-1D38-2158-1B1AF8D74C86}"/>
                </a:ext>
              </a:extLst>
            </p:cNvPr>
            <p:cNvSpPr/>
            <p:nvPr/>
          </p:nvSpPr>
          <p:spPr>
            <a:xfrm>
              <a:off x="3248022" y="30189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92D478F-7483-9E4D-7306-A138BC8911E5}"/>
                </a:ext>
              </a:extLst>
            </p:cNvPr>
            <p:cNvSpPr/>
            <p:nvPr/>
          </p:nvSpPr>
          <p:spPr>
            <a:xfrm>
              <a:off x="3248022" y="34273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ECF9614-2099-15CA-15D4-C0E281E209FE}"/>
                </a:ext>
              </a:extLst>
            </p:cNvPr>
            <p:cNvSpPr/>
            <p:nvPr/>
          </p:nvSpPr>
          <p:spPr>
            <a:xfrm>
              <a:off x="3400422" y="35797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9C7E397-3E7A-11B3-65CA-6B4962E3760C}"/>
                </a:ext>
              </a:extLst>
            </p:cNvPr>
            <p:cNvSpPr/>
            <p:nvPr/>
          </p:nvSpPr>
          <p:spPr>
            <a:xfrm>
              <a:off x="3345182" y="399668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71C90BC-2F44-173F-0047-D8F6F0A60541}"/>
                </a:ext>
              </a:extLst>
            </p:cNvPr>
            <p:cNvSpPr/>
            <p:nvPr/>
          </p:nvSpPr>
          <p:spPr>
            <a:xfrm>
              <a:off x="3248021" y="435078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2F0EC50-705C-8D61-A8ED-69695CB0D66B}"/>
                </a:ext>
              </a:extLst>
            </p:cNvPr>
            <p:cNvSpPr/>
            <p:nvPr/>
          </p:nvSpPr>
          <p:spPr>
            <a:xfrm>
              <a:off x="3629022" y="33556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D760624-CEB3-E971-2482-A88054A8F775}"/>
                </a:ext>
              </a:extLst>
            </p:cNvPr>
            <p:cNvSpPr/>
            <p:nvPr/>
          </p:nvSpPr>
          <p:spPr>
            <a:xfrm>
              <a:off x="3583303" y="439209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C4E7DA-0A6B-C6A7-1AE0-C7F763563047}"/>
                </a:ext>
              </a:extLst>
            </p:cNvPr>
            <p:cNvSpPr/>
            <p:nvPr/>
          </p:nvSpPr>
          <p:spPr>
            <a:xfrm>
              <a:off x="3674741" y="392501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D5B9A94-5C25-A323-26D6-5EC86CA330ED}"/>
                </a:ext>
              </a:extLst>
            </p:cNvPr>
            <p:cNvSpPr/>
            <p:nvPr/>
          </p:nvSpPr>
          <p:spPr>
            <a:xfrm>
              <a:off x="3217540" y="46465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46FF02E-1639-F835-DD59-5DD601F61EF2}"/>
                </a:ext>
              </a:extLst>
            </p:cNvPr>
            <p:cNvSpPr/>
            <p:nvPr/>
          </p:nvSpPr>
          <p:spPr>
            <a:xfrm>
              <a:off x="3720460" y="473964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434757F-C062-144B-B5FA-B430368CC30C}"/>
                </a:ext>
              </a:extLst>
            </p:cNvPr>
            <p:cNvSpPr/>
            <p:nvPr/>
          </p:nvSpPr>
          <p:spPr>
            <a:xfrm>
              <a:off x="3700461" y="370665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4BB6E7D-342D-C6A2-32ED-158F620C1D8E}"/>
                </a:ext>
              </a:extLst>
            </p:cNvPr>
            <p:cNvSpPr/>
            <p:nvPr/>
          </p:nvSpPr>
          <p:spPr>
            <a:xfrm>
              <a:off x="3850001" y="304133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CC2D518-4DA6-CAB5-312A-651A4CE576F0}"/>
                </a:ext>
              </a:extLst>
            </p:cNvPr>
            <p:cNvSpPr/>
            <p:nvPr/>
          </p:nvSpPr>
          <p:spPr>
            <a:xfrm>
              <a:off x="3941439" y="346805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0F5921E-120F-AD15-B88D-18C8A584DFBD}"/>
                </a:ext>
              </a:extLst>
            </p:cNvPr>
            <p:cNvSpPr/>
            <p:nvPr/>
          </p:nvSpPr>
          <p:spPr>
            <a:xfrm>
              <a:off x="4088126" y="269652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DEE0228-F5F6-47CA-C7F1-042B3889B93B}"/>
                </a:ext>
              </a:extLst>
            </p:cNvPr>
            <p:cNvSpPr/>
            <p:nvPr/>
          </p:nvSpPr>
          <p:spPr>
            <a:xfrm>
              <a:off x="4366258" y="286464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4EB77CE-58AC-662E-ECA5-676B636F012A}"/>
                </a:ext>
              </a:extLst>
            </p:cNvPr>
            <p:cNvSpPr/>
            <p:nvPr/>
          </p:nvSpPr>
          <p:spPr>
            <a:xfrm>
              <a:off x="4269097" y="321874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380313D-5A45-4B32-43C4-D0DCDA0A24EF}"/>
                </a:ext>
              </a:extLst>
            </p:cNvPr>
            <p:cNvSpPr/>
            <p:nvPr/>
          </p:nvSpPr>
          <p:spPr>
            <a:xfrm>
              <a:off x="4604379" y="326005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77103ED-956C-D91A-259A-608FDCF7167A}"/>
                </a:ext>
              </a:extLst>
            </p:cNvPr>
            <p:cNvSpPr/>
            <p:nvPr/>
          </p:nvSpPr>
          <p:spPr>
            <a:xfrm>
              <a:off x="4695817" y="279297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0DB697C-7010-CE07-83C9-E70069F79BF6}"/>
                </a:ext>
              </a:extLst>
            </p:cNvPr>
            <p:cNvSpPr/>
            <p:nvPr/>
          </p:nvSpPr>
          <p:spPr>
            <a:xfrm>
              <a:off x="4238616" y="35144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42313A3-149D-8262-96E0-0F931B171802}"/>
                </a:ext>
              </a:extLst>
            </p:cNvPr>
            <p:cNvSpPr/>
            <p:nvPr/>
          </p:nvSpPr>
          <p:spPr>
            <a:xfrm>
              <a:off x="4741536" y="360759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FA80F95-79B6-EA79-D683-056B32BC333A}"/>
                </a:ext>
              </a:extLst>
            </p:cNvPr>
            <p:cNvSpPr/>
            <p:nvPr/>
          </p:nvSpPr>
          <p:spPr>
            <a:xfrm>
              <a:off x="3811902" y="498347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915BF9F-2DAF-E093-0A71-C4DF406BE4E1}"/>
                </a:ext>
              </a:extLst>
            </p:cNvPr>
            <p:cNvSpPr/>
            <p:nvPr/>
          </p:nvSpPr>
          <p:spPr>
            <a:xfrm>
              <a:off x="3961442" y="431816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974A38F-E4E6-490C-5851-5DC95BB9B104}"/>
                </a:ext>
              </a:extLst>
            </p:cNvPr>
            <p:cNvSpPr/>
            <p:nvPr/>
          </p:nvSpPr>
          <p:spPr>
            <a:xfrm>
              <a:off x="4052880" y="474487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4D50DF9-3D03-25B0-936E-0B13A8DCE0F0}"/>
                </a:ext>
              </a:extLst>
            </p:cNvPr>
            <p:cNvSpPr/>
            <p:nvPr/>
          </p:nvSpPr>
          <p:spPr>
            <a:xfrm>
              <a:off x="4199567" y="39733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C721B9B-360A-B98D-3B73-FD58F3819204}"/>
                </a:ext>
              </a:extLst>
            </p:cNvPr>
            <p:cNvSpPr/>
            <p:nvPr/>
          </p:nvSpPr>
          <p:spPr>
            <a:xfrm>
              <a:off x="4477699" y="414146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DC49874-2088-145A-04B4-97098C038565}"/>
                </a:ext>
              </a:extLst>
            </p:cNvPr>
            <p:cNvSpPr/>
            <p:nvPr/>
          </p:nvSpPr>
          <p:spPr>
            <a:xfrm>
              <a:off x="4380538" y="449556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E0EEF28-C1CC-BE7E-1CB2-0D837F622AE1}"/>
                </a:ext>
              </a:extLst>
            </p:cNvPr>
            <p:cNvSpPr/>
            <p:nvPr/>
          </p:nvSpPr>
          <p:spPr>
            <a:xfrm>
              <a:off x="4715820" y="453687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BF451F3-AA9E-E5BF-26CF-43FFB5CD04F2}"/>
                </a:ext>
              </a:extLst>
            </p:cNvPr>
            <p:cNvSpPr/>
            <p:nvPr/>
          </p:nvSpPr>
          <p:spPr>
            <a:xfrm>
              <a:off x="4807258" y="4069795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ECD1C05-84F0-9CB2-532C-5AA133B9BE7B}"/>
                </a:ext>
              </a:extLst>
            </p:cNvPr>
            <p:cNvSpPr/>
            <p:nvPr/>
          </p:nvSpPr>
          <p:spPr>
            <a:xfrm>
              <a:off x="4350057" y="479131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04B2F30-911A-FD4D-744F-E10105E249FD}"/>
                </a:ext>
              </a:extLst>
            </p:cNvPr>
            <p:cNvSpPr/>
            <p:nvPr/>
          </p:nvSpPr>
          <p:spPr>
            <a:xfrm>
              <a:off x="4852977" y="488441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0" name="Cross 59">
            <a:extLst>
              <a:ext uri="{FF2B5EF4-FFF2-40B4-BE49-F238E27FC236}">
                <a16:creationId xmlns:a16="http://schemas.microsoft.com/office/drawing/2014/main" id="{3DE0655E-C327-12C7-E367-086DB14F42FB}"/>
              </a:ext>
            </a:extLst>
          </p:cNvPr>
          <p:cNvSpPr/>
          <p:nvPr/>
        </p:nvSpPr>
        <p:spPr>
          <a:xfrm>
            <a:off x="2552700" y="4057650"/>
            <a:ext cx="133350" cy="171450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512E0989-78F5-F69B-1C05-48601FE752A6}"/>
              </a:ext>
            </a:extLst>
          </p:cNvPr>
          <p:cNvSpPr/>
          <p:nvPr/>
        </p:nvSpPr>
        <p:spPr>
          <a:xfrm>
            <a:off x="3924296" y="3809408"/>
            <a:ext cx="133350" cy="171450"/>
          </a:xfrm>
          <a:prstGeom prst="plus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924A26-F9BA-D300-047A-07B4331004D2}"/>
              </a:ext>
            </a:extLst>
          </p:cNvPr>
          <p:cNvSpPr txBox="1"/>
          <p:nvPr/>
        </p:nvSpPr>
        <p:spPr>
          <a:xfrm>
            <a:off x="6391274" y="2019300"/>
            <a:ext cx="5038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Assume k = 2 (two clusters)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Assign two cluster centers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Compute distance between each data point and the cluster centers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Assign data points to the closest cluster centers.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8207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FCCF-C367-C7ED-0E4A-A13B751F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611A-7C07-F0C5-DC2C-ECC0738C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8802"/>
            <a:ext cx="10515600" cy="705136"/>
          </a:xfrm>
        </p:spPr>
        <p:txBody>
          <a:bodyPr/>
          <a:lstStyle/>
          <a:p>
            <a:r>
              <a:rPr lang="en-US" dirty="0"/>
              <a:t>K-means clustering – working principle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48853F-7CF8-A8AD-4C16-E56D2492C36A}"/>
              </a:ext>
            </a:extLst>
          </p:cNvPr>
          <p:cNvSpPr txBox="1"/>
          <p:nvPr/>
        </p:nvSpPr>
        <p:spPr>
          <a:xfrm>
            <a:off x="3576636" y="5519110"/>
            <a:ext cx="5038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Recompute cluster centers as average of all points in a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Assign data points to new cluster centers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DF4D05D-D0CA-1EFA-D13D-A0A6EE4F4FC2}"/>
              </a:ext>
            </a:extLst>
          </p:cNvPr>
          <p:cNvGrpSpPr/>
          <p:nvPr/>
        </p:nvGrpSpPr>
        <p:grpSpPr>
          <a:xfrm>
            <a:off x="1019176" y="1524000"/>
            <a:ext cx="4400550" cy="3810000"/>
            <a:chOff x="1190626" y="1943100"/>
            <a:chExt cx="4400550" cy="381000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4628CF4-7E54-7F28-A57D-159536D91ADC}"/>
                </a:ext>
              </a:extLst>
            </p:cNvPr>
            <p:cNvGrpSpPr/>
            <p:nvPr/>
          </p:nvGrpSpPr>
          <p:grpSpPr>
            <a:xfrm>
              <a:off x="1190626" y="1943100"/>
              <a:ext cx="4400550" cy="3810000"/>
              <a:chOff x="1190626" y="1943100"/>
              <a:chExt cx="4400550" cy="38100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BAD66C3-B667-4604-1F36-5363C9C4C333}"/>
                  </a:ext>
                </a:extLst>
              </p:cNvPr>
              <p:cNvGrpSpPr/>
              <p:nvPr/>
            </p:nvGrpSpPr>
            <p:grpSpPr>
              <a:xfrm>
                <a:off x="1190626" y="1943100"/>
                <a:ext cx="4400550" cy="3810000"/>
                <a:chOff x="1190625" y="1943100"/>
                <a:chExt cx="4448175" cy="3219450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5BD775E5-4AE5-4D0D-1430-21135CFBD2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0625" y="1943100"/>
                  <a:ext cx="0" cy="321945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C7EEEFEC-E2BC-4395-4512-131E875821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90625" y="5162550"/>
                  <a:ext cx="444817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090881-A93C-6AC4-2A77-6CF948F5A0EF}"/>
                  </a:ext>
                </a:extLst>
              </p:cNvPr>
              <p:cNvSpPr/>
              <p:nvPr/>
            </p:nvSpPr>
            <p:spPr>
              <a:xfrm>
                <a:off x="2039304" y="476250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24F350A-3E58-0EDC-6E40-CA5E11348653}"/>
                  </a:ext>
                </a:extLst>
              </p:cNvPr>
              <p:cNvSpPr/>
              <p:nvPr/>
            </p:nvSpPr>
            <p:spPr>
              <a:xfrm>
                <a:off x="1886904" y="395096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754AD1E-E788-F9D3-29EF-224DB64372D0}"/>
                  </a:ext>
                </a:extLst>
              </p:cNvPr>
              <p:cNvSpPr/>
              <p:nvPr/>
            </p:nvSpPr>
            <p:spPr>
              <a:xfrm>
                <a:off x="1841185" y="438149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B768E9-95EE-B1AC-771D-30A0731EC865}"/>
                  </a:ext>
                </a:extLst>
              </p:cNvPr>
              <p:cNvSpPr/>
              <p:nvPr/>
            </p:nvSpPr>
            <p:spPr>
              <a:xfrm>
                <a:off x="1795466" y="318087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65F8F1F-C02F-9B3D-AC24-DEAB6D758CDC}"/>
                  </a:ext>
                </a:extLst>
              </p:cNvPr>
              <p:cNvSpPr/>
              <p:nvPr/>
            </p:nvSpPr>
            <p:spPr>
              <a:xfrm>
                <a:off x="2115504" y="365331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7619FCC-CC0C-D591-D513-9EA78AC4067D}"/>
                  </a:ext>
                </a:extLst>
              </p:cNvPr>
              <p:cNvSpPr/>
              <p:nvPr/>
            </p:nvSpPr>
            <p:spPr>
              <a:xfrm>
                <a:off x="2298385" y="320182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8ACD56F-C237-1F24-D102-C8F34074B81E}"/>
                  </a:ext>
                </a:extLst>
              </p:cNvPr>
              <p:cNvSpPr/>
              <p:nvPr/>
            </p:nvSpPr>
            <p:spPr>
              <a:xfrm>
                <a:off x="2298385" y="410479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CDAFD4D-FBDC-80BD-559B-879F40612325}"/>
                  </a:ext>
                </a:extLst>
              </p:cNvPr>
              <p:cNvSpPr/>
              <p:nvPr/>
            </p:nvSpPr>
            <p:spPr>
              <a:xfrm>
                <a:off x="2526985" y="457961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165E53F-18F8-F29D-FE58-DA60B3851412}"/>
                  </a:ext>
                </a:extLst>
              </p:cNvPr>
              <p:cNvSpPr/>
              <p:nvPr/>
            </p:nvSpPr>
            <p:spPr>
              <a:xfrm>
                <a:off x="2582230" y="360759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91E1A51-1C70-E594-3278-0586E7D72F5D}"/>
                  </a:ext>
                </a:extLst>
              </p:cNvPr>
              <p:cNvSpPr/>
              <p:nvPr/>
            </p:nvSpPr>
            <p:spPr>
              <a:xfrm>
                <a:off x="2679385" y="483870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B31AD57-89DE-4588-AFF8-7ACBB26C0DC5}"/>
                  </a:ext>
                </a:extLst>
              </p:cNvPr>
              <p:cNvSpPr/>
              <p:nvPr/>
            </p:nvSpPr>
            <p:spPr>
              <a:xfrm>
                <a:off x="2828925" y="417338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47FFBC6-02F7-EE2D-8BB3-A6C1F60121FF}"/>
                  </a:ext>
                </a:extLst>
              </p:cNvPr>
              <p:cNvSpPr/>
              <p:nvPr/>
            </p:nvSpPr>
            <p:spPr>
              <a:xfrm>
                <a:off x="2874644" y="344710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E7CC4C4-1FAC-076A-9FA1-29A1C8E6BC48}"/>
                  </a:ext>
                </a:extLst>
              </p:cNvPr>
              <p:cNvSpPr/>
              <p:nvPr/>
            </p:nvSpPr>
            <p:spPr>
              <a:xfrm>
                <a:off x="2920363" y="460010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44F24E8-A2C3-8A3E-A16E-D4746659D2C4}"/>
                  </a:ext>
                </a:extLst>
              </p:cNvPr>
              <p:cNvSpPr/>
              <p:nvPr/>
            </p:nvSpPr>
            <p:spPr>
              <a:xfrm>
                <a:off x="3067050" y="382857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515AAEF-EDC4-04F8-F9C7-C7A7F322FD3F}"/>
                  </a:ext>
                </a:extLst>
              </p:cNvPr>
              <p:cNvSpPr/>
              <p:nvPr/>
            </p:nvSpPr>
            <p:spPr>
              <a:xfrm>
                <a:off x="2943222" y="31225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5BACAB2-2DFB-8982-0757-7317C6D55A86}"/>
                  </a:ext>
                </a:extLst>
              </p:cNvPr>
              <p:cNvSpPr/>
              <p:nvPr/>
            </p:nvSpPr>
            <p:spPr>
              <a:xfrm>
                <a:off x="3248022" y="301894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804337A-6B7F-B595-3D7A-A001EE45CBF9}"/>
                  </a:ext>
                </a:extLst>
              </p:cNvPr>
              <p:cNvSpPr/>
              <p:nvPr/>
            </p:nvSpPr>
            <p:spPr>
              <a:xfrm>
                <a:off x="3248022" y="34273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A2A9E57-6979-EB7A-70A3-3FED56941FFE}"/>
                  </a:ext>
                </a:extLst>
              </p:cNvPr>
              <p:cNvSpPr/>
              <p:nvPr/>
            </p:nvSpPr>
            <p:spPr>
              <a:xfrm>
                <a:off x="3400422" y="35797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B1F22F2-AA56-CD4E-A6C3-427EDD4890CF}"/>
                  </a:ext>
                </a:extLst>
              </p:cNvPr>
              <p:cNvSpPr/>
              <p:nvPr/>
            </p:nvSpPr>
            <p:spPr>
              <a:xfrm>
                <a:off x="3345182" y="399668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F6D1E3F-0868-DAB0-FDAF-BE976639ECDA}"/>
                  </a:ext>
                </a:extLst>
              </p:cNvPr>
              <p:cNvSpPr/>
              <p:nvPr/>
            </p:nvSpPr>
            <p:spPr>
              <a:xfrm>
                <a:off x="3248021" y="435078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5B6FB4E-9C0F-E93F-E926-DCC00859A288}"/>
                  </a:ext>
                </a:extLst>
              </p:cNvPr>
              <p:cNvSpPr/>
              <p:nvPr/>
            </p:nvSpPr>
            <p:spPr>
              <a:xfrm>
                <a:off x="3629022" y="335566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67BBF03-41A4-9EFE-4311-9F6EFCB952F0}"/>
                  </a:ext>
                </a:extLst>
              </p:cNvPr>
              <p:cNvSpPr/>
              <p:nvPr/>
            </p:nvSpPr>
            <p:spPr>
              <a:xfrm>
                <a:off x="3583303" y="439209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03F6217-28B0-D60D-640F-7B79B727353C}"/>
                  </a:ext>
                </a:extLst>
              </p:cNvPr>
              <p:cNvSpPr/>
              <p:nvPr/>
            </p:nvSpPr>
            <p:spPr>
              <a:xfrm>
                <a:off x="3674741" y="392501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22BD467-5DBE-DFEB-4C73-AB8625CB9C9B}"/>
                  </a:ext>
                </a:extLst>
              </p:cNvPr>
              <p:cNvSpPr/>
              <p:nvPr/>
            </p:nvSpPr>
            <p:spPr>
              <a:xfrm>
                <a:off x="3217540" y="46465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1F8C07-D572-89D2-CA0A-6E9F89B09D15}"/>
                  </a:ext>
                </a:extLst>
              </p:cNvPr>
              <p:cNvSpPr/>
              <p:nvPr/>
            </p:nvSpPr>
            <p:spPr>
              <a:xfrm>
                <a:off x="3720460" y="473964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28BB259-1FA2-9F02-E87A-02E9479011C9}"/>
                  </a:ext>
                </a:extLst>
              </p:cNvPr>
              <p:cNvSpPr/>
              <p:nvPr/>
            </p:nvSpPr>
            <p:spPr>
              <a:xfrm>
                <a:off x="3700461" y="370665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FAC825E-090F-E6BD-7061-075C38B9E24E}"/>
                  </a:ext>
                </a:extLst>
              </p:cNvPr>
              <p:cNvSpPr/>
              <p:nvPr/>
            </p:nvSpPr>
            <p:spPr>
              <a:xfrm>
                <a:off x="3850001" y="304133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D22B12F-96E5-4A9F-99BC-AE4988044CC6}"/>
                  </a:ext>
                </a:extLst>
              </p:cNvPr>
              <p:cNvSpPr/>
              <p:nvPr/>
            </p:nvSpPr>
            <p:spPr>
              <a:xfrm>
                <a:off x="3941439" y="346805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F95CF28-61CF-DDE9-6D0C-1A1E9D244470}"/>
                  </a:ext>
                </a:extLst>
              </p:cNvPr>
              <p:cNvSpPr/>
              <p:nvPr/>
            </p:nvSpPr>
            <p:spPr>
              <a:xfrm>
                <a:off x="4088126" y="269652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3C6E59D-87BD-8620-9AD8-4FE6EF7A31C0}"/>
                  </a:ext>
                </a:extLst>
              </p:cNvPr>
              <p:cNvSpPr/>
              <p:nvPr/>
            </p:nvSpPr>
            <p:spPr>
              <a:xfrm>
                <a:off x="4366258" y="286464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CC7E1B-41BB-BD24-99D1-1C5B6A0D64A1}"/>
                  </a:ext>
                </a:extLst>
              </p:cNvPr>
              <p:cNvSpPr/>
              <p:nvPr/>
            </p:nvSpPr>
            <p:spPr>
              <a:xfrm>
                <a:off x="4269097" y="321874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723419D-E7F4-F692-2FF7-E6005894FE69}"/>
                  </a:ext>
                </a:extLst>
              </p:cNvPr>
              <p:cNvSpPr/>
              <p:nvPr/>
            </p:nvSpPr>
            <p:spPr>
              <a:xfrm>
                <a:off x="4604379" y="326005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D324DAF-CFA9-DFA3-3896-5262180C61C2}"/>
                  </a:ext>
                </a:extLst>
              </p:cNvPr>
              <p:cNvSpPr/>
              <p:nvPr/>
            </p:nvSpPr>
            <p:spPr>
              <a:xfrm>
                <a:off x="4695817" y="279297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5F286ED-09D9-2F61-ED10-1DB43B0A0B41}"/>
                  </a:ext>
                </a:extLst>
              </p:cNvPr>
              <p:cNvSpPr/>
              <p:nvPr/>
            </p:nvSpPr>
            <p:spPr>
              <a:xfrm>
                <a:off x="4238616" y="351449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6789883-E595-0DE9-9F9A-83BB280565C4}"/>
                  </a:ext>
                </a:extLst>
              </p:cNvPr>
              <p:cNvSpPr/>
              <p:nvPr/>
            </p:nvSpPr>
            <p:spPr>
              <a:xfrm>
                <a:off x="4741536" y="360759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9F0DF5F-6B22-33F5-68D9-F834E3F78017}"/>
                  </a:ext>
                </a:extLst>
              </p:cNvPr>
              <p:cNvSpPr/>
              <p:nvPr/>
            </p:nvSpPr>
            <p:spPr>
              <a:xfrm>
                <a:off x="3811902" y="498347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C70790A-C41D-DF99-C4F2-5A8390AA443B}"/>
                  </a:ext>
                </a:extLst>
              </p:cNvPr>
              <p:cNvSpPr/>
              <p:nvPr/>
            </p:nvSpPr>
            <p:spPr>
              <a:xfrm>
                <a:off x="3961442" y="431816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0FA2A5E-4456-3646-1E4E-7E8F3A0BECED}"/>
                  </a:ext>
                </a:extLst>
              </p:cNvPr>
              <p:cNvSpPr/>
              <p:nvPr/>
            </p:nvSpPr>
            <p:spPr>
              <a:xfrm>
                <a:off x="4052880" y="474487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1E84E90-B51A-8725-7E53-A965BE3CB6AF}"/>
                  </a:ext>
                </a:extLst>
              </p:cNvPr>
              <p:cNvSpPr/>
              <p:nvPr/>
            </p:nvSpPr>
            <p:spPr>
              <a:xfrm>
                <a:off x="4199567" y="397335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7EF0006C-DC74-985A-087B-004E057283E6}"/>
                  </a:ext>
                </a:extLst>
              </p:cNvPr>
              <p:cNvSpPr/>
              <p:nvPr/>
            </p:nvSpPr>
            <p:spPr>
              <a:xfrm>
                <a:off x="4477699" y="414146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F982B29-7047-F587-6583-BEC5DB295F34}"/>
                  </a:ext>
                </a:extLst>
              </p:cNvPr>
              <p:cNvSpPr/>
              <p:nvPr/>
            </p:nvSpPr>
            <p:spPr>
              <a:xfrm>
                <a:off x="4380538" y="449556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30CFC2C-FFDD-5B84-DE45-1503555D70E8}"/>
                  </a:ext>
                </a:extLst>
              </p:cNvPr>
              <p:cNvSpPr/>
              <p:nvPr/>
            </p:nvSpPr>
            <p:spPr>
              <a:xfrm>
                <a:off x="4715820" y="453687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5ABA686-73C6-9F13-2972-189646A021E1}"/>
                  </a:ext>
                </a:extLst>
              </p:cNvPr>
              <p:cNvSpPr/>
              <p:nvPr/>
            </p:nvSpPr>
            <p:spPr>
              <a:xfrm>
                <a:off x="4807258" y="406979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E91EFBA-3D18-1D79-F037-6F11B11D37CF}"/>
                  </a:ext>
                </a:extLst>
              </p:cNvPr>
              <p:cNvSpPr/>
              <p:nvPr/>
            </p:nvSpPr>
            <p:spPr>
              <a:xfrm>
                <a:off x="4350057" y="479131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A592D3E-0200-FEFD-815E-9E6B139E6BE4}"/>
                  </a:ext>
                </a:extLst>
              </p:cNvPr>
              <p:cNvSpPr/>
              <p:nvPr/>
            </p:nvSpPr>
            <p:spPr>
              <a:xfrm>
                <a:off x="4852977" y="488441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60" name="Cross 59">
              <a:extLst>
                <a:ext uri="{FF2B5EF4-FFF2-40B4-BE49-F238E27FC236}">
                  <a16:creationId xmlns:a16="http://schemas.microsoft.com/office/drawing/2014/main" id="{66DB8251-9BB1-DA84-2D16-D8C6B37003A0}"/>
                </a:ext>
              </a:extLst>
            </p:cNvPr>
            <p:cNvSpPr/>
            <p:nvPr/>
          </p:nvSpPr>
          <p:spPr>
            <a:xfrm>
              <a:off x="2552700" y="4057650"/>
              <a:ext cx="133350" cy="171450"/>
            </a:xfrm>
            <a:prstGeom prst="pl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Cross 60">
              <a:extLst>
                <a:ext uri="{FF2B5EF4-FFF2-40B4-BE49-F238E27FC236}">
                  <a16:creationId xmlns:a16="http://schemas.microsoft.com/office/drawing/2014/main" id="{B6E9FC57-ADF6-EF43-3E36-B4E5739B2526}"/>
                </a:ext>
              </a:extLst>
            </p:cNvPr>
            <p:cNvSpPr/>
            <p:nvPr/>
          </p:nvSpPr>
          <p:spPr>
            <a:xfrm>
              <a:off x="3924296" y="3809408"/>
              <a:ext cx="133350" cy="171450"/>
            </a:xfrm>
            <a:prstGeom prst="plus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ABD791E-FDBA-F86B-045F-26FA14D50DB9}"/>
                </a:ext>
              </a:extLst>
            </p:cNvPr>
            <p:cNvSpPr/>
            <p:nvPr/>
          </p:nvSpPr>
          <p:spPr>
            <a:xfrm>
              <a:off x="1473639" y="2838450"/>
              <a:ext cx="2031561" cy="2505075"/>
            </a:xfrm>
            <a:custGeom>
              <a:avLst/>
              <a:gdLst>
                <a:gd name="csX0" fmla="*/ 1736286 w 2031561"/>
                <a:gd name="csY0" fmla="*/ 1114425 h 2505075"/>
                <a:gd name="csX1" fmla="*/ 1726761 w 2031561"/>
                <a:gd name="csY1" fmla="*/ 847725 h 2505075"/>
                <a:gd name="csX2" fmla="*/ 1698186 w 2031561"/>
                <a:gd name="csY2" fmla="*/ 723900 h 2505075"/>
                <a:gd name="csX3" fmla="*/ 1669611 w 2031561"/>
                <a:gd name="csY3" fmla="*/ 628650 h 2505075"/>
                <a:gd name="csX4" fmla="*/ 1641036 w 2031561"/>
                <a:gd name="csY4" fmla="*/ 428625 h 2505075"/>
                <a:gd name="csX5" fmla="*/ 1621986 w 2031561"/>
                <a:gd name="csY5" fmla="*/ 247650 h 2505075"/>
                <a:gd name="csX6" fmla="*/ 1602936 w 2031561"/>
                <a:gd name="csY6" fmla="*/ 209550 h 2505075"/>
                <a:gd name="csX7" fmla="*/ 1574361 w 2031561"/>
                <a:gd name="csY7" fmla="*/ 171450 h 2505075"/>
                <a:gd name="csX8" fmla="*/ 1555311 w 2031561"/>
                <a:gd name="csY8" fmla="*/ 142875 h 2505075"/>
                <a:gd name="csX9" fmla="*/ 1517211 w 2031561"/>
                <a:gd name="csY9" fmla="*/ 95250 h 2505075"/>
                <a:gd name="csX10" fmla="*/ 1450536 w 2031561"/>
                <a:gd name="csY10" fmla="*/ 76200 h 2505075"/>
                <a:gd name="csX11" fmla="*/ 1279086 w 2031561"/>
                <a:gd name="csY11" fmla="*/ 19050 h 2505075"/>
                <a:gd name="csX12" fmla="*/ 831411 w 2031561"/>
                <a:gd name="csY12" fmla="*/ 0 h 2505075"/>
                <a:gd name="csX13" fmla="*/ 307536 w 2031561"/>
                <a:gd name="csY13" fmla="*/ 28575 h 2505075"/>
                <a:gd name="csX14" fmla="*/ 155136 w 2031561"/>
                <a:gd name="csY14" fmla="*/ 161925 h 2505075"/>
                <a:gd name="csX15" fmla="*/ 88461 w 2031561"/>
                <a:gd name="csY15" fmla="*/ 228600 h 2505075"/>
                <a:gd name="csX16" fmla="*/ 59886 w 2031561"/>
                <a:gd name="csY16" fmla="*/ 285750 h 2505075"/>
                <a:gd name="csX17" fmla="*/ 12261 w 2031561"/>
                <a:gd name="csY17" fmla="*/ 438150 h 2505075"/>
                <a:gd name="csX18" fmla="*/ 21786 w 2031561"/>
                <a:gd name="csY18" fmla="*/ 1190625 h 2505075"/>
                <a:gd name="csX19" fmla="*/ 31311 w 2031561"/>
                <a:gd name="csY19" fmla="*/ 1314450 h 2505075"/>
                <a:gd name="csX20" fmla="*/ 50361 w 2031561"/>
                <a:gd name="csY20" fmla="*/ 1362075 h 2505075"/>
                <a:gd name="csX21" fmla="*/ 69411 w 2031561"/>
                <a:gd name="csY21" fmla="*/ 1428750 h 2505075"/>
                <a:gd name="csX22" fmla="*/ 117036 w 2031561"/>
                <a:gd name="csY22" fmla="*/ 1619250 h 2505075"/>
                <a:gd name="csX23" fmla="*/ 145611 w 2031561"/>
                <a:gd name="csY23" fmla="*/ 1733550 h 2505075"/>
                <a:gd name="csX24" fmla="*/ 174186 w 2031561"/>
                <a:gd name="csY24" fmla="*/ 1857375 h 2505075"/>
                <a:gd name="csX25" fmla="*/ 231336 w 2031561"/>
                <a:gd name="csY25" fmla="*/ 2019300 h 2505075"/>
                <a:gd name="csX26" fmla="*/ 259911 w 2031561"/>
                <a:gd name="csY26" fmla="*/ 2076450 h 2505075"/>
                <a:gd name="csX27" fmla="*/ 278961 w 2031561"/>
                <a:gd name="csY27" fmla="*/ 2133600 h 2505075"/>
                <a:gd name="csX28" fmla="*/ 317061 w 2031561"/>
                <a:gd name="csY28" fmla="*/ 2181225 h 2505075"/>
                <a:gd name="csX29" fmla="*/ 355161 w 2031561"/>
                <a:gd name="csY29" fmla="*/ 2238375 h 2505075"/>
                <a:gd name="csX30" fmla="*/ 421836 w 2031561"/>
                <a:gd name="csY30" fmla="*/ 2266950 h 2505075"/>
                <a:gd name="csX31" fmla="*/ 459936 w 2031561"/>
                <a:gd name="csY31" fmla="*/ 2305050 h 2505075"/>
                <a:gd name="csX32" fmla="*/ 640911 w 2031561"/>
                <a:gd name="csY32" fmla="*/ 2362200 h 2505075"/>
                <a:gd name="csX33" fmla="*/ 850461 w 2031561"/>
                <a:gd name="csY33" fmla="*/ 2400300 h 2505075"/>
                <a:gd name="csX34" fmla="*/ 888561 w 2031561"/>
                <a:gd name="csY34" fmla="*/ 2409825 h 2505075"/>
                <a:gd name="csX35" fmla="*/ 1060011 w 2031561"/>
                <a:gd name="csY35" fmla="*/ 2428875 h 2505075"/>
                <a:gd name="csX36" fmla="*/ 1117161 w 2031561"/>
                <a:gd name="csY36" fmla="*/ 2447925 h 2505075"/>
                <a:gd name="csX37" fmla="*/ 1288611 w 2031561"/>
                <a:gd name="csY37" fmla="*/ 2486025 h 2505075"/>
                <a:gd name="csX38" fmla="*/ 1364811 w 2031561"/>
                <a:gd name="csY38" fmla="*/ 2495550 h 2505075"/>
                <a:gd name="csX39" fmla="*/ 1421961 w 2031561"/>
                <a:gd name="csY39" fmla="*/ 2505075 h 2505075"/>
                <a:gd name="csX40" fmla="*/ 1593411 w 2031561"/>
                <a:gd name="csY40" fmla="*/ 2466975 h 2505075"/>
                <a:gd name="csX41" fmla="*/ 1679136 w 2031561"/>
                <a:gd name="csY41" fmla="*/ 2438400 h 2505075"/>
                <a:gd name="csX42" fmla="*/ 1707711 w 2031561"/>
                <a:gd name="csY42" fmla="*/ 2409825 h 2505075"/>
                <a:gd name="csX43" fmla="*/ 1726761 w 2031561"/>
                <a:gd name="csY43" fmla="*/ 2381250 h 2505075"/>
                <a:gd name="csX44" fmla="*/ 1755336 w 2031561"/>
                <a:gd name="csY44" fmla="*/ 2371725 h 2505075"/>
                <a:gd name="csX45" fmla="*/ 1812486 w 2031561"/>
                <a:gd name="csY45" fmla="*/ 2343150 h 2505075"/>
                <a:gd name="csX46" fmla="*/ 1907736 w 2031561"/>
                <a:gd name="csY46" fmla="*/ 2266950 h 2505075"/>
                <a:gd name="csX47" fmla="*/ 1945836 w 2031561"/>
                <a:gd name="csY47" fmla="*/ 2171700 h 2505075"/>
                <a:gd name="csX48" fmla="*/ 1974411 w 2031561"/>
                <a:gd name="csY48" fmla="*/ 2076450 h 2505075"/>
                <a:gd name="csX49" fmla="*/ 1983936 w 2031561"/>
                <a:gd name="csY49" fmla="*/ 2038350 h 2505075"/>
                <a:gd name="csX50" fmla="*/ 2012511 w 2031561"/>
                <a:gd name="csY50" fmla="*/ 1933575 h 2505075"/>
                <a:gd name="csX51" fmla="*/ 2022036 w 2031561"/>
                <a:gd name="csY51" fmla="*/ 1885950 h 2505075"/>
                <a:gd name="csX52" fmla="*/ 2031561 w 2031561"/>
                <a:gd name="csY52" fmla="*/ 1847850 h 2505075"/>
                <a:gd name="csX53" fmla="*/ 2022036 w 2031561"/>
                <a:gd name="csY53" fmla="*/ 1485900 h 2505075"/>
                <a:gd name="csX54" fmla="*/ 1993461 w 2031561"/>
                <a:gd name="csY54" fmla="*/ 1419225 h 2505075"/>
                <a:gd name="csX55" fmla="*/ 1964886 w 2031561"/>
                <a:gd name="csY55" fmla="*/ 1400175 h 2505075"/>
                <a:gd name="csX56" fmla="*/ 1898211 w 2031561"/>
                <a:gd name="csY56" fmla="*/ 1352550 h 2505075"/>
                <a:gd name="csX57" fmla="*/ 1841061 w 2031561"/>
                <a:gd name="csY57" fmla="*/ 1314450 h 2505075"/>
                <a:gd name="csX58" fmla="*/ 1822011 w 2031561"/>
                <a:gd name="csY58" fmla="*/ 1285875 h 2505075"/>
                <a:gd name="csX59" fmla="*/ 1783911 w 2031561"/>
                <a:gd name="csY59" fmla="*/ 1266825 h 2505075"/>
                <a:gd name="csX60" fmla="*/ 1745811 w 2031561"/>
                <a:gd name="csY60" fmla="*/ 1171575 h 2505075"/>
                <a:gd name="csX61" fmla="*/ 1736286 w 2031561"/>
                <a:gd name="csY61" fmla="*/ 1114425 h 2505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</a:cxnLst>
              <a:rect l="l" t="t" r="r" b="b"/>
              <a:pathLst>
                <a:path w="2031561" h="2505075">
                  <a:moveTo>
                    <a:pt x="1736286" y="1114425"/>
                  </a:moveTo>
                  <a:cubicBezTo>
                    <a:pt x="1733111" y="1060450"/>
                    <a:pt x="1733762" y="936406"/>
                    <a:pt x="1726761" y="847725"/>
                  </a:cubicBezTo>
                  <a:cubicBezTo>
                    <a:pt x="1723981" y="812513"/>
                    <a:pt x="1712294" y="761522"/>
                    <a:pt x="1698186" y="723900"/>
                  </a:cubicBezTo>
                  <a:cubicBezTo>
                    <a:pt x="1679542" y="674182"/>
                    <a:pt x="1676412" y="680790"/>
                    <a:pt x="1669611" y="628650"/>
                  </a:cubicBezTo>
                  <a:cubicBezTo>
                    <a:pt x="1643693" y="429942"/>
                    <a:pt x="1669750" y="514768"/>
                    <a:pt x="1641036" y="428625"/>
                  </a:cubicBezTo>
                  <a:cubicBezTo>
                    <a:pt x="1634686" y="368300"/>
                    <a:pt x="1649113" y="301904"/>
                    <a:pt x="1621986" y="247650"/>
                  </a:cubicBezTo>
                  <a:cubicBezTo>
                    <a:pt x="1615636" y="234950"/>
                    <a:pt x="1610461" y="221591"/>
                    <a:pt x="1602936" y="209550"/>
                  </a:cubicBezTo>
                  <a:cubicBezTo>
                    <a:pt x="1594522" y="196088"/>
                    <a:pt x="1583588" y="184368"/>
                    <a:pt x="1574361" y="171450"/>
                  </a:cubicBezTo>
                  <a:cubicBezTo>
                    <a:pt x="1567707" y="162135"/>
                    <a:pt x="1562180" y="152033"/>
                    <a:pt x="1555311" y="142875"/>
                  </a:cubicBezTo>
                  <a:cubicBezTo>
                    <a:pt x="1543113" y="126611"/>
                    <a:pt x="1534363" y="106165"/>
                    <a:pt x="1517211" y="95250"/>
                  </a:cubicBezTo>
                  <a:cubicBezTo>
                    <a:pt x="1497710" y="82840"/>
                    <a:pt x="1472333" y="83893"/>
                    <a:pt x="1450536" y="76200"/>
                  </a:cubicBezTo>
                  <a:cubicBezTo>
                    <a:pt x="1382454" y="52171"/>
                    <a:pt x="1349048" y="28175"/>
                    <a:pt x="1279086" y="19050"/>
                  </a:cubicBezTo>
                  <a:cubicBezTo>
                    <a:pt x="1191852" y="7672"/>
                    <a:pt x="849424" y="563"/>
                    <a:pt x="831411" y="0"/>
                  </a:cubicBezTo>
                  <a:cubicBezTo>
                    <a:pt x="656786" y="9525"/>
                    <a:pt x="477613" y="-12148"/>
                    <a:pt x="307536" y="28575"/>
                  </a:cubicBezTo>
                  <a:cubicBezTo>
                    <a:pt x="241890" y="44293"/>
                    <a:pt x="202867" y="114194"/>
                    <a:pt x="155136" y="161925"/>
                  </a:cubicBezTo>
                  <a:cubicBezTo>
                    <a:pt x="132911" y="184150"/>
                    <a:pt x="107625" y="203687"/>
                    <a:pt x="88461" y="228600"/>
                  </a:cubicBezTo>
                  <a:cubicBezTo>
                    <a:pt x="75475" y="245482"/>
                    <a:pt x="68276" y="266174"/>
                    <a:pt x="59886" y="285750"/>
                  </a:cubicBezTo>
                  <a:cubicBezTo>
                    <a:pt x="29672" y="356250"/>
                    <a:pt x="30600" y="364794"/>
                    <a:pt x="12261" y="438150"/>
                  </a:cubicBezTo>
                  <a:cubicBezTo>
                    <a:pt x="-8014" y="782825"/>
                    <a:pt x="-1978" y="596533"/>
                    <a:pt x="21786" y="1190625"/>
                  </a:cubicBezTo>
                  <a:cubicBezTo>
                    <a:pt x="23441" y="1231989"/>
                    <a:pt x="24505" y="1273616"/>
                    <a:pt x="31311" y="1314450"/>
                  </a:cubicBezTo>
                  <a:cubicBezTo>
                    <a:pt x="34122" y="1331315"/>
                    <a:pt x="44954" y="1345855"/>
                    <a:pt x="50361" y="1362075"/>
                  </a:cubicBezTo>
                  <a:cubicBezTo>
                    <a:pt x="57670" y="1384003"/>
                    <a:pt x="63610" y="1406375"/>
                    <a:pt x="69411" y="1428750"/>
                  </a:cubicBezTo>
                  <a:cubicBezTo>
                    <a:pt x="85838" y="1492110"/>
                    <a:pt x="101161" y="1555750"/>
                    <a:pt x="117036" y="1619250"/>
                  </a:cubicBezTo>
                  <a:cubicBezTo>
                    <a:pt x="126561" y="1657350"/>
                    <a:pt x="136446" y="1695362"/>
                    <a:pt x="145611" y="1733550"/>
                  </a:cubicBezTo>
                  <a:cubicBezTo>
                    <a:pt x="155497" y="1774740"/>
                    <a:pt x="160791" y="1817189"/>
                    <a:pt x="174186" y="1857375"/>
                  </a:cubicBezTo>
                  <a:cubicBezTo>
                    <a:pt x="189604" y="1903628"/>
                    <a:pt x="211760" y="1973624"/>
                    <a:pt x="231336" y="2019300"/>
                  </a:cubicBezTo>
                  <a:cubicBezTo>
                    <a:pt x="239726" y="2038876"/>
                    <a:pt x="251719" y="2056790"/>
                    <a:pt x="259911" y="2076450"/>
                  </a:cubicBezTo>
                  <a:cubicBezTo>
                    <a:pt x="267634" y="2094986"/>
                    <a:pt x="269345" y="2115971"/>
                    <a:pt x="278961" y="2133600"/>
                  </a:cubicBezTo>
                  <a:cubicBezTo>
                    <a:pt x="288696" y="2151448"/>
                    <a:pt x="305104" y="2164783"/>
                    <a:pt x="317061" y="2181225"/>
                  </a:cubicBezTo>
                  <a:cubicBezTo>
                    <a:pt x="330527" y="2199741"/>
                    <a:pt x="337441" y="2223877"/>
                    <a:pt x="355161" y="2238375"/>
                  </a:cubicBezTo>
                  <a:cubicBezTo>
                    <a:pt x="373875" y="2253687"/>
                    <a:pt x="399611" y="2257425"/>
                    <a:pt x="421836" y="2266950"/>
                  </a:cubicBezTo>
                  <a:cubicBezTo>
                    <a:pt x="434536" y="2279650"/>
                    <a:pt x="444088" y="2296598"/>
                    <a:pt x="459936" y="2305050"/>
                  </a:cubicBezTo>
                  <a:cubicBezTo>
                    <a:pt x="499550" y="2326178"/>
                    <a:pt x="591900" y="2352398"/>
                    <a:pt x="640911" y="2362200"/>
                  </a:cubicBezTo>
                  <a:cubicBezTo>
                    <a:pt x="710527" y="2376123"/>
                    <a:pt x="781586" y="2383081"/>
                    <a:pt x="850461" y="2400300"/>
                  </a:cubicBezTo>
                  <a:cubicBezTo>
                    <a:pt x="863161" y="2403475"/>
                    <a:pt x="875590" y="2408056"/>
                    <a:pt x="888561" y="2409825"/>
                  </a:cubicBezTo>
                  <a:cubicBezTo>
                    <a:pt x="945535" y="2417594"/>
                    <a:pt x="1002861" y="2422525"/>
                    <a:pt x="1060011" y="2428875"/>
                  </a:cubicBezTo>
                  <a:cubicBezTo>
                    <a:pt x="1079061" y="2435225"/>
                    <a:pt x="1097853" y="2442408"/>
                    <a:pt x="1117161" y="2447925"/>
                  </a:cubicBezTo>
                  <a:cubicBezTo>
                    <a:pt x="1165111" y="2461625"/>
                    <a:pt x="1241471" y="2478168"/>
                    <a:pt x="1288611" y="2486025"/>
                  </a:cubicBezTo>
                  <a:cubicBezTo>
                    <a:pt x="1313860" y="2490233"/>
                    <a:pt x="1339471" y="2491930"/>
                    <a:pt x="1364811" y="2495550"/>
                  </a:cubicBezTo>
                  <a:cubicBezTo>
                    <a:pt x="1383930" y="2498281"/>
                    <a:pt x="1402911" y="2501900"/>
                    <a:pt x="1421961" y="2505075"/>
                  </a:cubicBezTo>
                  <a:cubicBezTo>
                    <a:pt x="1607171" y="2476581"/>
                    <a:pt x="1488798" y="2504337"/>
                    <a:pt x="1593411" y="2466975"/>
                  </a:cubicBezTo>
                  <a:cubicBezTo>
                    <a:pt x="1621777" y="2456844"/>
                    <a:pt x="1679136" y="2438400"/>
                    <a:pt x="1679136" y="2438400"/>
                  </a:cubicBezTo>
                  <a:cubicBezTo>
                    <a:pt x="1688661" y="2428875"/>
                    <a:pt x="1699087" y="2420173"/>
                    <a:pt x="1707711" y="2409825"/>
                  </a:cubicBezTo>
                  <a:cubicBezTo>
                    <a:pt x="1715040" y="2401031"/>
                    <a:pt x="1717822" y="2388401"/>
                    <a:pt x="1726761" y="2381250"/>
                  </a:cubicBezTo>
                  <a:cubicBezTo>
                    <a:pt x="1734601" y="2374978"/>
                    <a:pt x="1746356" y="2376215"/>
                    <a:pt x="1755336" y="2371725"/>
                  </a:cubicBezTo>
                  <a:cubicBezTo>
                    <a:pt x="1829194" y="2334796"/>
                    <a:pt x="1740662" y="2367091"/>
                    <a:pt x="1812486" y="2343150"/>
                  </a:cubicBezTo>
                  <a:cubicBezTo>
                    <a:pt x="1844236" y="2317750"/>
                    <a:pt x="1889552" y="2303317"/>
                    <a:pt x="1907736" y="2266950"/>
                  </a:cubicBezTo>
                  <a:cubicBezTo>
                    <a:pt x="1952412" y="2177599"/>
                    <a:pt x="1898756" y="2289401"/>
                    <a:pt x="1945836" y="2171700"/>
                  </a:cubicBezTo>
                  <a:cubicBezTo>
                    <a:pt x="1974299" y="2100543"/>
                    <a:pt x="1958313" y="2148890"/>
                    <a:pt x="1974411" y="2076450"/>
                  </a:cubicBezTo>
                  <a:cubicBezTo>
                    <a:pt x="1977251" y="2063671"/>
                    <a:pt x="1981784" y="2051263"/>
                    <a:pt x="1983936" y="2038350"/>
                  </a:cubicBezTo>
                  <a:cubicBezTo>
                    <a:pt x="1999745" y="1943494"/>
                    <a:pt x="1977087" y="1986712"/>
                    <a:pt x="2012511" y="1933575"/>
                  </a:cubicBezTo>
                  <a:cubicBezTo>
                    <a:pt x="2015686" y="1917700"/>
                    <a:pt x="2018524" y="1901754"/>
                    <a:pt x="2022036" y="1885950"/>
                  </a:cubicBezTo>
                  <a:cubicBezTo>
                    <a:pt x="2024876" y="1873171"/>
                    <a:pt x="2031561" y="1860941"/>
                    <a:pt x="2031561" y="1847850"/>
                  </a:cubicBezTo>
                  <a:cubicBezTo>
                    <a:pt x="2031561" y="1727158"/>
                    <a:pt x="2027916" y="1606448"/>
                    <a:pt x="2022036" y="1485900"/>
                  </a:cubicBezTo>
                  <a:cubicBezTo>
                    <a:pt x="2021419" y="1473249"/>
                    <a:pt x="1998054" y="1424736"/>
                    <a:pt x="1993461" y="1419225"/>
                  </a:cubicBezTo>
                  <a:cubicBezTo>
                    <a:pt x="1986132" y="1410431"/>
                    <a:pt x="1974201" y="1406829"/>
                    <a:pt x="1964886" y="1400175"/>
                  </a:cubicBezTo>
                  <a:cubicBezTo>
                    <a:pt x="1882184" y="1341102"/>
                    <a:pt x="1965554" y="1397445"/>
                    <a:pt x="1898211" y="1352550"/>
                  </a:cubicBezTo>
                  <a:cubicBezTo>
                    <a:pt x="1850385" y="1280811"/>
                    <a:pt x="1914870" y="1363656"/>
                    <a:pt x="1841061" y="1314450"/>
                  </a:cubicBezTo>
                  <a:cubicBezTo>
                    <a:pt x="1831536" y="1308100"/>
                    <a:pt x="1830805" y="1293204"/>
                    <a:pt x="1822011" y="1285875"/>
                  </a:cubicBezTo>
                  <a:cubicBezTo>
                    <a:pt x="1811103" y="1276785"/>
                    <a:pt x="1796611" y="1273175"/>
                    <a:pt x="1783911" y="1266825"/>
                  </a:cubicBezTo>
                  <a:cubicBezTo>
                    <a:pt x="1755881" y="1210764"/>
                    <a:pt x="1769351" y="1242195"/>
                    <a:pt x="1745811" y="1171575"/>
                  </a:cubicBezTo>
                  <a:cubicBezTo>
                    <a:pt x="1734866" y="1138740"/>
                    <a:pt x="1739461" y="1168400"/>
                    <a:pt x="1736286" y="1114425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8ADA41-37FC-EFBC-815C-13DF54434DB8}"/>
                </a:ext>
              </a:extLst>
            </p:cNvPr>
            <p:cNvSpPr/>
            <p:nvPr/>
          </p:nvSpPr>
          <p:spPr>
            <a:xfrm>
              <a:off x="3114675" y="2333391"/>
              <a:ext cx="2249018" cy="2943459"/>
            </a:xfrm>
            <a:custGeom>
              <a:avLst/>
              <a:gdLst>
                <a:gd name="csX0" fmla="*/ 504825 w 2249018"/>
                <a:gd name="csY0" fmla="*/ 2371959 h 2943459"/>
                <a:gd name="csX1" fmla="*/ 542925 w 2249018"/>
                <a:gd name="csY1" fmla="*/ 2562459 h 2943459"/>
                <a:gd name="csX2" fmla="*/ 590550 w 2249018"/>
                <a:gd name="csY2" fmla="*/ 2705334 h 2943459"/>
                <a:gd name="csX3" fmla="*/ 609600 w 2249018"/>
                <a:gd name="csY3" fmla="*/ 2743434 h 2943459"/>
                <a:gd name="csX4" fmla="*/ 619125 w 2249018"/>
                <a:gd name="csY4" fmla="*/ 2781534 h 2943459"/>
                <a:gd name="csX5" fmla="*/ 657225 w 2249018"/>
                <a:gd name="csY5" fmla="*/ 2848209 h 2943459"/>
                <a:gd name="csX6" fmla="*/ 781050 w 2249018"/>
                <a:gd name="csY6" fmla="*/ 2914884 h 2943459"/>
                <a:gd name="csX7" fmla="*/ 923925 w 2249018"/>
                <a:gd name="csY7" fmla="*/ 2924409 h 2943459"/>
                <a:gd name="csX8" fmla="*/ 1095375 w 2249018"/>
                <a:gd name="csY8" fmla="*/ 2943459 h 2943459"/>
                <a:gd name="csX9" fmla="*/ 1295400 w 2249018"/>
                <a:gd name="csY9" fmla="*/ 2933934 h 2943459"/>
                <a:gd name="csX10" fmla="*/ 1457325 w 2249018"/>
                <a:gd name="csY10" fmla="*/ 2914884 h 2943459"/>
                <a:gd name="csX11" fmla="*/ 1571625 w 2249018"/>
                <a:gd name="csY11" fmla="*/ 2905359 h 2943459"/>
                <a:gd name="csX12" fmla="*/ 1628775 w 2249018"/>
                <a:gd name="csY12" fmla="*/ 2886309 h 2943459"/>
                <a:gd name="csX13" fmla="*/ 1676400 w 2249018"/>
                <a:gd name="csY13" fmla="*/ 2876784 h 2943459"/>
                <a:gd name="csX14" fmla="*/ 1714500 w 2249018"/>
                <a:gd name="csY14" fmla="*/ 2848209 h 2943459"/>
                <a:gd name="csX15" fmla="*/ 1752600 w 2249018"/>
                <a:gd name="csY15" fmla="*/ 2829159 h 2943459"/>
                <a:gd name="csX16" fmla="*/ 1857375 w 2249018"/>
                <a:gd name="csY16" fmla="*/ 2762484 h 2943459"/>
                <a:gd name="csX17" fmla="*/ 1952625 w 2249018"/>
                <a:gd name="csY17" fmla="*/ 2667234 h 2943459"/>
                <a:gd name="csX18" fmla="*/ 2009775 w 2249018"/>
                <a:gd name="csY18" fmla="*/ 2610084 h 2943459"/>
                <a:gd name="csX19" fmla="*/ 2162175 w 2249018"/>
                <a:gd name="csY19" fmla="*/ 2352909 h 2943459"/>
                <a:gd name="csX20" fmla="*/ 2219325 w 2249018"/>
                <a:gd name="csY20" fmla="*/ 2181459 h 2943459"/>
                <a:gd name="csX21" fmla="*/ 2247900 w 2249018"/>
                <a:gd name="csY21" fmla="*/ 1943334 h 2943459"/>
                <a:gd name="csX22" fmla="*/ 2238375 w 2249018"/>
                <a:gd name="csY22" fmla="*/ 1362309 h 2943459"/>
                <a:gd name="csX23" fmla="*/ 2228850 w 2249018"/>
                <a:gd name="csY23" fmla="*/ 952734 h 2943459"/>
                <a:gd name="csX24" fmla="*/ 2190750 w 2249018"/>
                <a:gd name="csY24" fmla="*/ 686034 h 2943459"/>
                <a:gd name="csX25" fmla="*/ 2162175 w 2249018"/>
                <a:gd name="csY25" fmla="*/ 543159 h 2943459"/>
                <a:gd name="csX26" fmla="*/ 1943100 w 2249018"/>
                <a:gd name="csY26" fmla="*/ 143109 h 2943459"/>
                <a:gd name="csX27" fmla="*/ 1857375 w 2249018"/>
                <a:gd name="csY27" fmla="*/ 105009 h 2943459"/>
                <a:gd name="csX28" fmla="*/ 1762125 w 2249018"/>
                <a:gd name="csY28" fmla="*/ 85959 h 2943459"/>
                <a:gd name="csX29" fmla="*/ 1295400 w 2249018"/>
                <a:gd name="csY29" fmla="*/ 47859 h 2943459"/>
                <a:gd name="csX30" fmla="*/ 781050 w 2249018"/>
                <a:gd name="csY30" fmla="*/ 234 h 2943459"/>
                <a:gd name="csX31" fmla="*/ 514350 w 2249018"/>
                <a:gd name="csY31" fmla="*/ 28809 h 2943459"/>
                <a:gd name="csX32" fmla="*/ 457200 w 2249018"/>
                <a:gd name="csY32" fmla="*/ 47859 h 2943459"/>
                <a:gd name="csX33" fmla="*/ 342900 w 2249018"/>
                <a:gd name="csY33" fmla="*/ 85959 h 2943459"/>
                <a:gd name="csX34" fmla="*/ 295275 w 2249018"/>
                <a:gd name="csY34" fmla="*/ 114534 h 2943459"/>
                <a:gd name="csX35" fmla="*/ 209550 w 2249018"/>
                <a:gd name="csY35" fmla="*/ 238359 h 2943459"/>
                <a:gd name="csX36" fmla="*/ 171450 w 2249018"/>
                <a:gd name="csY36" fmla="*/ 333609 h 2943459"/>
                <a:gd name="csX37" fmla="*/ 152400 w 2249018"/>
                <a:gd name="csY37" fmla="*/ 362184 h 2943459"/>
                <a:gd name="csX38" fmla="*/ 123825 w 2249018"/>
                <a:gd name="csY38" fmla="*/ 371709 h 2943459"/>
                <a:gd name="csX39" fmla="*/ 57150 w 2249018"/>
                <a:gd name="csY39" fmla="*/ 419334 h 2943459"/>
                <a:gd name="csX40" fmla="*/ 19050 w 2249018"/>
                <a:gd name="csY40" fmla="*/ 486009 h 2943459"/>
                <a:gd name="csX41" fmla="*/ 0 w 2249018"/>
                <a:gd name="csY41" fmla="*/ 552684 h 2943459"/>
                <a:gd name="csX42" fmla="*/ 19050 w 2249018"/>
                <a:gd name="csY42" fmla="*/ 666984 h 2943459"/>
                <a:gd name="csX43" fmla="*/ 38100 w 2249018"/>
                <a:gd name="csY43" fmla="*/ 724134 h 2943459"/>
                <a:gd name="csX44" fmla="*/ 47625 w 2249018"/>
                <a:gd name="csY44" fmla="*/ 781284 h 2943459"/>
                <a:gd name="csX45" fmla="*/ 66675 w 2249018"/>
                <a:gd name="csY45" fmla="*/ 857484 h 2943459"/>
                <a:gd name="csX46" fmla="*/ 76200 w 2249018"/>
                <a:gd name="csY46" fmla="*/ 895584 h 2943459"/>
                <a:gd name="csX47" fmla="*/ 85725 w 2249018"/>
                <a:gd name="csY47" fmla="*/ 1028934 h 2943459"/>
                <a:gd name="csX48" fmla="*/ 95250 w 2249018"/>
                <a:gd name="csY48" fmla="*/ 1400409 h 2943459"/>
                <a:gd name="csX49" fmla="*/ 114300 w 2249018"/>
                <a:gd name="csY49" fmla="*/ 1457559 h 2943459"/>
                <a:gd name="csX50" fmla="*/ 133350 w 2249018"/>
                <a:gd name="csY50" fmla="*/ 1514709 h 2943459"/>
                <a:gd name="csX51" fmla="*/ 142875 w 2249018"/>
                <a:gd name="csY51" fmla="*/ 1543284 h 2943459"/>
                <a:gd name="csX52" fmla="*/ 161925 w 2249018"/>
                <a:gd name="csY52" fmla="*/ 1629009 h 2943459"/>
                <a:gd name="csX53" fmla="*/ 171450 w 2249018"/>
                <a:gd name="csY53" fmla="*/ 1676634 h 2943459"/>
                <a:gd name="csX54" fmla="*/ 190500 w 2249018"/>
                <a:gd name="csY54" fmla="*/ 1743309 h 2943459"/>
                <a:gd name="csX55" fmla="*/ 209550 w 2249018"/>
                <a:gd name="csY55" fmla="*/ 1781409 h 2943459"/>
                <a:gd name="csX56" fmla="*/ 238125 w 2249018"/>
                <a:gd name="csY56" fmla="*/ 1800459 h 2943459"/>
                <a:gd name="csX57" fmla="*/ 257175 w 2249018"/>
                <a:gd name="csY57" fmla="*/ 1838559 h 2943459"/>
                <a:gd name="csX58" fmla="*/ 304800 w 2249018"/>
                <a:gd name="csY58" fmla="*/ 1848084 h 2943459"/>
                <a:gd name="csX59" fmla="*/ 333375 w 2249018"/>
                <a:gd name="csY59" fmla="*/ 1857609 h 2943459"/>
                <a:gd name="csX60" fmla="*/ 361950 w 2249018"/>
                <a:gd name="csY60" fmla="*/ 1886184 h 2943459"/>
                <a:gd name="csX61" fmla="*/ 400050 w 2249018"/>
                <a:gd name="csY61" fmla="*/ 1924284 h 2943459"/>
                <a:gd name="csX62" fmla="*/ 419100 w 2249018"/>
                <a:gd name="csY62" fmla="*/ 2000484 h 2943459"/>
                <a:gd name="csX63" fmla="*/ 428625 w 2249018"/>
                <a:gd name="csY63" fmla="*/ 2171934 h 2943459"/>
                <a:gd name="csX64" fmla="*/ 438150 w 2249018"/>
                <a:gd name="csY64" fmla="*/ 2210034 h 2943459"/>
                <a:gd name="csX65" fmla="*/ 447675 w 2249018"/>
                <a:gd name="csY65" fmla="*/ 2257659 h 2943459"/>
                <a:gd name="csX66" fmla="*/ 476250 w 2249018"/>
                <a:gd name="csY66" fmla="*/ 2324334 h 2943459"/>
                <a:gd name="csX67" fmla="*/ 485775 w 2249018"/>
                <a:gd name="csY67" fmla="*/ 2371959 h 2943459"/>
                <a:gd name="csX68" fmla="*/ 504825 w 2249018"/>
                <a:gd name="csY68" fmla="*/ 2371959 h 2943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</a:cxnLst>
              <a:rect l="l" t="t" r="r" b="b"/>
              <a:pathLst>
                <a:path w="2249018" h="2943459">
                  <a:moveTo>
                    <a:pt x="504825" y="2371959"/>
                  </a:moveTo>
                  <a:cubicBezTo>
                    <a:pt x="514350" y="2403709"/>
                    <a:pt x="526798" y="2499742"/>
                    <a:pt x="542925" y="2562459"/>
                  </a:cubicBezTo>
                  <a:cubicBezTo>
                    <a:pt x="555427" y="2611078"/>
                    <a:pt x="568099" y="2660433"/>
                    <a:pt x="590550" y="2705334"/>
                  </a:cubicBezTo>
                  <a:cubicBezTo>
                    <a:pt x="596900" y="2718034"/>
                    <a:pt x="604614" y="2730139"/>
                    <a:pt x="609600" y="2743434"/>
                  </a:cubicBezTo>
                  <a:cubicBezTo>
                    <a:pt x="614197" y="2755691"/>
                    <a:pt x="614528" y="2769277"/>
                    <a:pt x="619125" y="2781534"/>
                  </a:cubicBezTo>
                  <a:cubicBezTo>
                    <a:pt x="623607" y="2793487"/>
                    <a:pt x="646171" y="2837155"/>
                    <a:pt x="657225" y="2848209"/>
                  </a:cubicBezTo>
                  <a:cubicBezTo>
                    <a:pt x="692001" y="2882985"/>
                    <a:pt x="731225" y="2906219"/>
                    <a:pt x="781050" y="2914884"/>
                  </a:cubicBezTo>
                  <a:cubicBezTo>
                    <a:pt x="828075" y="2923062"/>
                    <a:pt x="876390" y="2920088"/>
                    <a:pt x="923925" y="2924409"/>
                  </a:cubicBezTo>
                  <a:cubicBezTo>
                    <a:pt x="981191" y="2929615"/>
                    <a:pt x="1038225" y="2937109"/>
                    <a:pt x="1095375" y="2943459"/>
                  </a:cubicBezTo>
                  <a:cubicBezTo>
                    <a:pt x="1162050" y="2940284"/>
                    <a:pt x="1228856" y="2939187"/>
                    <a:pt x="1295400" y="2933934"/>
                  </a:cubicBezTo>
                  <a:cubicBezTo>
                    <a:pt x="1349579" y="2929657"/>
                    <a:pt x="1403266" y="2920476"/>
                    <a:pt x="1457325" y="2914884"/>
                  </a:cubicBezTo>
                  <a:cubicBezTo>
                    <a:pt x="1495354" y="2910950"/>
                    <a:pt x="1533525" y="2908534"/>
                    <a:pt x="1571625" y="2905359"/>
                  </a:cubicBezTo>
                  <a:cubicBezTo>
                    <a:pt x="1590675" y="2899009"/>
                    <a:pt x="1609402" y="2891593"/>
                    <a:pt x="1628775" y="2886309"/>
                  </a:cubicBezTo>
                  <a:cubicBezTo>
                    <a:pt x="1644394" y="2882049"/>
                    <a:pt x="1661606" y="2883359"/>
                    <a:pt x="1676400" y="2876784"/>
                  </a:cubicBezTo>
                  <a:cubicBezTo>
                    <a:pt x="1690907" y="2870337"/>
                    <a:pt x="1701038" y="2856623"/>
                    <a:pt x="1714500" y="2848209"/>
                  </a:cubicBezTo>
                  <a:cubicBezTo>
                    <a:pt x="1726541" y="2840684"/>
                    <a:pt x="1740188" y="2836055"/>
                    <a:pt x="1752600" y="2829159"/>
                  </a:cubicBezTo>
                  <a:cubicBezTo>
                    <a:pt x="1772238" y="2818249"/>
                    <a:pt x="1843711" y="2774440"/>
                    <a:pt x="1857375" y="2762484"/>
                  </a:cubicBezTo>
                  <a:cubicBezTo>
                    <a:pt x="1891167" y="2732916"/>
                    <a:pt x="1920875" y="2698984"/>
                    <a:pt x="1952625" y="2667234"/>
                  </a:cubicBezTo>
                  <a:cubicBezTo>
                    <a:pt x="1971675" y="2648184"/>
                    <a:pt x="1994325" y="2632155"/>
                    <a:pt x="2009775" y="2610084"/>
                  </a:cubicBezTo>
                  <a:cubicBezTo>
                    <a:pt x="2079097" y="2511052"/>
                    <a:pt x="2109335" y="2476203"/>
                    <a:pt x="2162175" y="2352909"/>
                  </a:cubicBezTo>
                  <a:cubicBezTo>
                    <a:pt x="2185905" y="2297538"/>
                    <a:pt x="2200275" y="2238609"/>
                    <a:pt x="2219325" y="2181459"/>
                  </a:cubicBezTo>
                  <a:cubicBezTo>
                    <a:pt x="2228850" y="2102084"/>
                    <a:pt x="2246041" y="2023257"/>
                    <a:pt x="2247900" y="1943334"/>
                  </a:cubicBezTo>
                  <a:cubicBezTo>
                    <a:pt x="2252403" y="1749685"/>
                    <a:pt x="2242099" y="1555974"/>
                    <a:pt x="2238375" y="1362309"/>
                  </a:cubicBezTo>
                  <a:cubicBezTo>
                    <a:pt x="2235749" y="1225772"/>
                    <a:pt x="2235904" y="1089114"/>
                    <a:pt x="2228850" y="952734"/>
                  </a:cubicBezTo>
                  <a:cubicBezTo>
                    <a:pt x="2227438" y="925436"/>
                    <a:pt x="2196978" y="720912"/>
                    <a:pt x="2190750" y="686034"/>
                  </a:cubicBezTo>
                  <a:cubicBezTo>
                    <a:pt x="2182212" y="638222"/>
                    <a:pt x="2177211" y="589341"/>
                    <a:pt x="2162175" y="543159"/>
                  </a:cubicBezTo>
                  <a:cubicBezTo>
                    <a:pt x="2140406" y="476297"/>
                    <a:pt x="2055561" y="193092"/>
                    <a:pt x="1943100" y="143109"/>
                  </a:cubicBezTo>
                  <a:cubicBezTo>
                    <a:pt x="1914525" y="130409"/>
                    <a:pt x="1887194" y="114425"/>
                    <a:pt x="1857375" y="105009"/>
                  </a:cubicBezTo>
                  <a:cubicBezTo>
                    <a:pt x="1826499" y="95259"/>
                    <a:pt x="1794241" y="90076"/>
                    <a:pt x="1762125" y="85959"/>
                  </a:cubicBezTo>
                  <a:cubicBezTo>
                    <a:pt x="1530121" y="56215"/>
                    <a:pt x="1504540" y="58316"/>
                    <a:pt x="1295400" y="47859"/>
                  </a:cubicBezTo>
                  <a:cubicBezTo>
                    <a:pt x="1119388" y="23857"/>
                    <a:pt x="962129" y="-2784"/>
                    <a:pt x="781050" y="234"/>
                  </a:cubicBezTo>
                  <a:cubicBezTo>
                    <a:pt x="691654" y="1724"/>
                    <a:pt x="603250" y="19284"/>
                    <a:pt x="514350" y="28809"/>
                  </a:cubicBezTo>
                  <a:cubicBezTo>
                    <a:pt x="495300" y="35159"/>
                    <a:pt x="476392" y="41954"/>
                    <a:pt x="457200" y="47859"/>
                  </a:cubicBezTo>
                  <a:cubicBezTo>
                    <a:pt x="413152" y="61412"/>
                    <a:pt x="383088" y="65865"/>
                    <a:pt x="342900" y="85959"/>
                  </a:cubicBezTo>
                  <a:cubicBezTo>
                    <a:pt x="326341" y="94238"/>
                    <a:pt x="311150" y="105009"/>
                    <a:pt x="295275" y="114534"/>
                  </a:cubicBezTo>
                  <a:cubicBezTo>
                    <a:pt x="263255" y="155702"/>
                    <a:pt x="227777" y="189753"/>
                    <a:pt x="209550" y="238359"/>
                  </a:cubicBezTo>
                  <a:cubicBezTo>
                    <a:pt x="177142" y="324781"/>
                    <a:pt x="234706" y="219749"/>
                    <a:pt x="171450" y="333609"/>
                  </a:cubicBezTo>
                  <a:cubicBezTo>
                    <a:pt x="165891" y="343616"/>
                    <a:pt x="161339" y="355033"/>
                    <a:pt x="152400" y="362184"/>
                  </a:cubicBezTo>
                  <a:cubicBezTo>
                    <a:pt x="144560" y="368456"/>
                    <a:pt x="132805" y="367219"/>
                    <a:pt x="123825" y="371709"/>
                  </a:cubicBezTo>
                  <a:cubicBezTo>
                    <a:pt x="109897" y="378673"/>
                    <a:pt x="65779" y="412862"/>
                    <a:pt x="57150" y="419334"/>
                  </a:cubicBezTo>
                  <a:cubicBezTo>
                    <a:pt x="35311" y="484852"/>
                    <a:pt x="65182" y="405278"/>
                    <a:pt x="19050" y="486009"/>
                  </a:cubicBezTo>
                  <a:cubicBezTo>
                    <a:pt x="12977" y="496637"/>
                    <a:pt x="2062" y="544436"/>
                    <a:pt x="0" y="552684"/>
                  </a:cubicBezTo>
                  <a:cubicBezTo>
                    <a:pt x="4089" y="581305"/>
                    <a:pt x="10693" y="636343"/>
                    <a:pt x="19050" y="666984"/>
                  </a:cubicBezTo>
                  <a:cubicBezTo>
                    <a:pt x="24334" y="686357"/>
                    <a:pt x="33230" y="704653"/>
                    <a:pt x="38100" y="724134"/>
                  </a:cubicBezTo>
                  <a:cubicBezTo>
                    <a:pt x="42784" y="742870"/>
                    <a:pt x="43578" y="762400"/>
                    <a:pt x="47625" y="781284"/>
                  </a:cubicBezTo>
                  <a:cubicBezTo>
                    <a:pt x="53111" y="806885"/>
                    <a:pt x="60325" y="832084"/>
                    <a:pt x="66675" y="857484"/>
                  </a:cubicBezTo>
                  <a:lnTo>
                    <a:pt x="76200" y="895584"/>
                  </a:lnTo>
                  <a:cubicBezTo>
                    <a:pt x="79375" y="940034"/>
                    <a:pt x="84045" y="984402"/>
                    <a:pt x="85725" y="1028934"/>
                  </a:cubicBezTo>
                  <a:cubicBezTo>
                    <a:pt x="90396" y="1152712"/>
                    <a:pt x="87011" y="1276818"/>
                    <a:pt x="95250" y="1400409"/>
                  </a:cubicBezTo>
                  <a:cubicBezTo>
                    <a:pt x="96586" y="1420445"/>
                    <a:pt x="107950" y="1438509"/>
                    <a:pt x="114300" y="1457559"/>
                  </a:cubicBezTo>
                  <a:lnTo>
                    <a:pt x="133350" y="1514709"/>
                  </a:lnTo>
                  <a:cubicBezTo>
                    <a:pt x="136525" y="1524234"/>
                    <a:pt x="141224" y="1533380"/>
                    <a:pt x="142875" y="1543284"/>
                  </a:cubicBezTo>
                  <a:cubicBezTo>
                    <a:pt x="169085" y="1700545"/>
                    <a:pt x="138477" y="1535216"/>
                    <a:pt x="161925" y="1629009"/>
                  </a:cubicBezTo>
                  <a:cubicBezTo>
                    <a:pt x="165852" y="1644715"/>
                    <a:pt x="167938" y="1660830"/>
                    <a:pt x="171450" y="1676634"/>
                  </a:cubicBezTo>
                  <a:cubicBezTo>
                    <a:pt x="175168" y="1693365"/>
                    <a:pt x="183157" y="1726175"/>
                    <a:pt x="190500" y="1743309"/>
                  </a:cubicBezTo>
                  <a:cubicBezTo>
                    <a:pt x="196093" y="1756360"/>
                    <a:pt x="200460" y="1770501"/>
                    <a:pt x="209550" y="1781409"/>
                  </a:cubicBezTo>
                  <a:cubicBezTo>
                    <a:pt x="216879" y="1790203"/>
                    <a:pt x="228600" y="1794109"/>
                    <a:pt x="238125" y="1800459"/>
                  </a:cubicBezTo>
                  <a:cubicBezTo>
                    <a:pt x="244475" y="1813159"/>
                    <a:pt x="245621" y="1830306"/>
                    <a:pt x="257175" y="1838559"/>
                  </a:cubicBezTo>
                  <a:cubicBezTo>
                    <a:pt x="270349" y="1847969"/>
                    <a:pt x="289094" y="1844157"/>
                    <a:pt x="304800" y="1848084"/>
                  </a:cubicBezTo>
                  <a:cubicBezTo>
                    <a:pt x="314540" y="1850519"/>
                    <a:pt x="323850" y="1854434"/>
                    <a:pt x="333375" y="1857609"/>
                  </a:cubicBezTo>
                  <a:cubicBezTo>
                    <a:pt x="342900" y="1867134"/>
                    <a:pt x="350742" y="1878712"/>
                    <a:pt x="361950" y="1886184"/>
                  </a:cubicBezTo>
                  <a:cubicBezTo>
                    <a:pt x="401461" y="1912525"/>
                    <a:pt x="385939" y="1872543"/>
                    <a:pt x="400050" y="1924284"/>
                  </a:cubicBezTo>
                  <a:cubicBezTo>
                    <a:pt x="406939" y="1949543"/>
                    <a:pt x="419100" y="2000484"/>
                    <a:pt x="419100" y="2000484"/>
                  </a:cubicBezTo>
                  <a:cubicBezTo>
                    <a:pt x="422275" y="2057634"/>
                    <a:pt x="423443" y="2114931"/>
                    <a:pt x="428625" y="2171934"/>
                  </a:cubicBezTo>
                  <a:cubicBezTo>
                    <a:pt x="429810" y="2184971"/>
                    <a:pt x="435310" y="2197255"/>
                    <a:pt x="438150" y="2210034"/>
                  </a:cubicBezTo>
                  <a:cubicBezTo>
                    <a:pt x="441662" y="2225838"/>
                    <a:pt x="443748" y="2241953"/>
                    <a:pt x="447675" y="2257659"/>
                  </a:cubicBezTo>
                  <a:cubicBezTo>
                    <a:pt x="454683" y="2285689"/>
                    <a:pt x="462620" y="2297074"/>
                    <a:pt x="476250" y="2324334"/>
                  </a:cubicBezTo>
                  <a:cubicBezTo>
                    <a:pt x="479425" y="2340209"/>
                    <a:pt x="481848" y="2356253"/>
                    <a:pt x="485775" y="2371959"/>
                  </a:cubicBezTo>
                  <a:cubicBezTo>
                    <a:pt x="488210" y="2381699"/>
                    <a:pt x="495300" y="2340209"/>
                    <a:pt x="504825" y="2371959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547067A2-FACA-38EE-79AB-22032E3A8061}"/>
                </a:ext>
              </a:extLst>
            </p:cNvPr>
            <p:cNvSpPr/>
            <p:nvPr/>
          </p:nvSpPr>
          <p:spPr>
            <a:xfrm>
              <a:off x="2181229" y="3886200"/>
              <a:ext cx="133350" cy="171450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66050B2E-E399-80E7-6B74-524565C52486}"/>
                </a:ext>
              </a:extLst>
            </p:cNvPr>
            <p:cNvSpPr/>
            <p:nvPr/>
          </p:nvSpPr>
          <p:spPr>
            <a:xfrm>
              <a:off x="4265853" y="3643790"/>
              <a:ext cx="133350" cy="171450"/>
            </a:xfrm>
            <a:prstGeom prst="plus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5D1DB7-318F-6003-E6E5-B95881666708}"/>
              </a:ext>
            </a:extLst>
          </p:cNvPr>
          <p:cNvGrpSpPr/>
          <p:nvPr/>
        </p:nvGrpSpPr>
        <p:grpSpPr>
          <a:xfrm>
            <a:off x="6820731" y="1550192"/>
            <a:ext cx="4400550" cy="3810000"/>
            <a:chOff x="1190626" y="1943100"/>
            <a:chExt cx="4400550" cy="3810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AEFF1B8-DB6F-F565-EA2D-637244D8E135}"/>
                </a:ext>
              </a:extLst>
            </p:cNvPr>
            <p:cNvGrpSpPr/>
            <p:nvPr/>
          </p:nvGrpSpPr>
          <p:grpSpPr>
            <a:xfrm>
              <a:off x="1190626" y="1943100"/>
              <a:ext cx="4400550" cy="3810000"/>
              <a:chOff x="1190626" y="1943100"/>
              <a:chExt cx="4400550" cy="3810000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E8D8239-306C-CB09-1F94-CC01122FDC09}"/>
                  </a:ext>
                </a:extLst>
              </p:cNvPr>
              <p:cNvGrpSpPr/>
              <p:nvPr/>
            </p:nvGrpSpPr>
            <p:grpSpPr>
              <a:xfrm>
                <a:off x="1190626" y="1943100"/>
                <a:ext cx="4400550" cy="3810000"/>
                <a:chOff x="1190625" y="1943100"/>
                <a:chExt cx="4448175" cy="3219450"/>
              </a:xfrm>
            </p:grpSpPr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7E95A6BB-9456-C948-69B3-F9019D7EE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0625" y="1943100"/>
                  <a:ext cx="0" cy="321945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170879EC-0E72-F4C4-9F24-B01FA549AD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90625" y="5162550"/>
                  <a:ext cx="444817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BB480EE9-CEBA-4DD9-73DF-DB7407C10DAA}"/>
                  </a:ext>
                </a:extLst>
              </p:cNvPr>
              <p:cNvSpPr/>
              <p:nvPr/>
            </p:nvSpPr>
            <p:spPr>
              <a:xfrm>
                <a:off x="2039304" y="476250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E93BC6D-8030-1CA9-B039-50B804D4ED18}"/>
                  </a:ext>
                </a:extLst>
              </p:cNvPr>
              <p:cNvSpPr/>
              <p:nvPr/>
            </p:nvSpPr>
            <p:spPr>
              <a:xfrm>
                <a:off x="1886904" y="395096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44C0E4F-0952-E484-1BE2-FD55E0F61C8F}"/>
                  </a:ext>
                </a:extLst>
              </p:cNvPr>
              <p:cNvSpPr/>
              <p:nvPr/>
            </p:nvSpPr>
            <p:spPr>
              <a:xfrm>
                <a:off x="1841185" y="438149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AFEA44AB-B34A-5997-A444-584FA7030D92}"/>
                  </a:ext>
                </a:extLst>
              </p:cNvPr>
              <p:cNvSpPr/>
              <p:nvPr/>
            </p:nvSpPr>
            <p:spPr>
              <a:xfrm>
                <a:off x="1795466" y="318087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6B4B776-97AC-3459-CA7E-644855CC1D27}"/>
                  </a:ext>
                </a:extLst>
              </p:cNvPr>
              <p:cNvSpPr/>
              <p:nvPr/>
            </p:nvSpPr>
            <p:spPr>
              <a:xfrm>
                <a:off x="2115504" y="365331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0A8091DE-A97F-22F6-778B-774412D866FD}"/>
                  </a:ext>
                </a:extLst>
              </p:cNvPr>
              <p:cNvSpPr/>
              <p:nvPr/>
            </p:nvSpPr>
            <p:spPr>
              <a:xfrm>
                <a:off x="2298385" y="320182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0F7A8FC-438E-D088-3849-E18A375D33BF}"/>
                  </a:ext>
                </a:extLst>
              </p:cNvPr>
              <p:cNvSpPr/>
              <p:nvPr/>
            </p:nvSpPr>
            <p:spPr>
              <a:xfrm>
                <a:off x="2298385" y="410479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8DE654D-BBE2-D719-633F-A774A6BDF88F}"/>
                  </a:ext>
                </a:extLst>
              </p:cNvPr>
              <p:cNvSpPr/>
              <p:nvPr/>
            </p:nvSpPr>
            <p:spPr>
              <a:xfrm>
                <a:off x="2526985" y="457961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DC4E66D-02E0-2C52-3FCC-8AAC69FE913C}"/>
                  </a:ext>
                </a:extLst>
              </p:cNvPr>
              <p:cNvSpPr/>
              <p:nvPr/>
            </p:nvSpPr>
            <p:spPr>
              <a:xfrm>
                <a:off x="2582230" y="360759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D563DC8-EC90-8535-2772-77DD1E0E3D9B}"/>
                  </a:ext>
                </a:extLst>
              </p:cNvPr>
              <p:cNvSpPr/>
              <p:nvPr/>
            </p:nvSpPr>
            <p:spPr>
              <a:xfrm>
                <a:off x="2679385" y="483870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A838A6F-D976-53F8-EA27-D3DCD0111E0D}"/>
                  </a:ext>
                </a:extLst>
              </p:cNvPr>
              <p:cNvSpPr/>
              <p:nvPr/>
            </p:nvSpPr>
            <p:spPr>
              <a:xfrm>
                <a:off x="2828925" y="417338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25705EF-D78B-D953-AF8B-C02A85320186}"/>
                  </a:ext>
                </a:extLst>
              </p:cNvPr>
              <p:cNvSpPr/>
              <p:nvPr/>
            </p:nvSpPr>
            <p:spPr>
              <a:xfrm>
                <a:off x="2874644" y="344710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D76429D-63C2-4D4B-12F6-9741EE5F084C}"/>
                  </a:ext>
                </a:extLst>
              </p:cNvPr>
              <p:cNvSpPr/>
              <p:nvPr/>
            </p:nvSpPr>
            <p:spPr>
              <a:xfrm>
                <a:off x="2920363" y="460010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C42371B9-95F0-D551-A080-270BE723192E}"/>
                  </a:ext>
                </a:extLst>
              </p:cNvPr>
              <p:cNvSpPr/>
              <p:nvPr/>
            </p:nvSpPr>
            <p:spPr>
              <a:xfrm>
                <a:off x="3067050" y="382857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814AB496-C4F7-FF75-1A55-CE5D8C3CF650}"/>
                  </a:ext>
                </a:extLst>
              </p:cNvPr>
              <p:cNvSpPr/>
              <p:nvPr/>
            </p:nvSpPr>
            <p:spPr>
              <a:xfrm>
                <a:off x="2943222" y="31225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62D31EDE-6C57-A151-380F-804B3EF47598}"/>
                  </a:ext>
                </a:extLst>
              </p:cNvPr>
              <p:cNvSpPr/>
              <p:nvPr/>
            </p:nvSpPr>
            <p:spPr>
              <a:xfrm>
                <a:off x="3248022" y="301894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CFC3E730-70B0-04B1-F714-6D3C9BA4FD25}"/>
                  </a:ext>
                </a:extLst>
              </p:cNvPr>
              <p:cNvSpPr/>
              <p:nvPr/>
            </p:nvSpPr>
            <p:spPr>
              <a:xfrm>
                <a:off x="3248022" y="34273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2E2CA13-B816-F7B3-ECDD-D3F47F0D227D}"/>
                  </a:ext>
                </a:extLst>
              </p:cNvPr>
              <p:cNvSpPr/>
              <p:nvPr/>
            </p:nvSpPr>
            <p:spPr>
              <a:xfrm>
                <a:off x="3400422" y="35797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C39A0A59-6ABF-69E5-8781-7A68FE629EA8}"/>
                  </a:ext>
                </a:extLst>
              </p:cNvPr>
              <p:cNvSpPr/>
              <p:nvPr/>
            </p:nvSpPr>
            <p:spPr>
              <a:xfrm>
                <a:off x="3345182" y="399668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4A6C91F-2B77-D5B6-99A7-56068B815665}"/>
                  </a:ext>
                </a:extLst>
              </p:cNvPr>
              <p:cNvSpPr/>
              <p:nvPr/>
            </p:nvSpPr>
            <p:spPr>
              <a:xfrm>
                <a:off x="3248021" y="435078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674782D-7D6D-FDDC-7BC5-61EB8C5A54DD}"/>
                  </a:ext>
                </a:extLst>
              </p:cNvPr>
              <p:cNvSpPr/>
              <p:nvPr/>
            </p:nvSpPr>
            <p:spPr>
              <a:xfrm>
                <a:off x="3629022" y="335566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A720340C-194D-84C1-F1B5-7EE505FD3B04}"/>
                  </a:ext>
                </a:extLst>
              </p:cNvPr>
              <p:cNvSpPr/>
              <p:nvPr/>
            </p:nvSpPr>
            <p:spPr>
              <a:xfrm>
                <a:off x="3583303" y="439209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DEDB2A7-8AA7-C926-0723-40EE53F92638}"/>
                  </a:ext>
                </a:extLst>
              </p:cNvPr>
              <p:cNvSpPr/>
              <p:nvPr/>
            </p:nvSpPr>
            <p:spPr>
              <a:xfrm>
                <a:off x="3674741" y="392501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73B8EBDE-91C1-76A9-B989-F288192B92C2}"/>
                  </a:ext>
                </a:extLst>
              </p:cNvPr>
              <p:cNvSpPr/>
              <p:nvPr/>
            </p:nvSpPr>
            <p:spPr>
              <a:xfrm>
                <a:off x="3217540" y="464653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D126EE9E-9A3D-095D-3473-401A9791B146}"/>
                  </a:ext>
                </a:extLst>
              </p:cNvPr>
              <p:cNvSpPr/>
              <p:nvPr/>
            </p:nvSpPr>
            <p:spPr>
              <a:xfrm>
                <a:off x="3720460" y="473964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F94A19D-5919-980A-9BAD-D2CAA839572B}"/>
                  </a:ext>
                </a:extLst>
              </p:cNvPr>
              <p:cNvSpPr/>
              <p:nvPr/>
            </p:nvSpPr>
            <p:spPr>
              <a:xfrm>
                <a:off x="3700461" y="370665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E14BE407-CA6E-11D0-09CF-CA3F0C26A37F}"/>
                  </a:ext>
                </a:extLst>
              </p:cNvPr>
              <p:cNvSpPr/>
              <p:nvPr/>
            </p:nvSpPr>
            <p:spPr>
              <a:xfrm>
                <a:off x="3850001" y="304133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103F8F95-47C8-6200-1444-E306881982F5}"/>
                  </a:ext>
                </a:extLst>
              </p:cNvPr>
              <p:cNvSpPr/>
              <p:nvPr/>
            </p:nvSpPr>
            <p:spPr>
              <a:xfrm>
                <a:off x="3941439" y="346805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9ACD6FA-9BCE-29CA-5F2D-3106E4B2B3A3}"/>
                  </a:ext>
                </a:extLst>
              </p:cNvPr>
              <p:cNvSpPr/>
              <p:nvPr/>
            </p:nvSpPr>
            <p:spPr>
              <a:xfrm>
                <a:off x="4088126" y="269652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7E0C6748-4145-990A-6F16-91FEE7B13E15}"/>
                  </a:ext>
                </a:extLst>
              </p:cNvPr>
              <p:cNvSpPr/>
              <p:nvPr/>
            </p:nvSpPr>
            <p:spPr>
              <a:xfrm>
                <a:off x="4366258" y="286464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E8E9F0C0-911F-680A-243B-E17910329015}"/>
                  </a:ext>
                </a:extLst>
              </p:cNvPr>
              <p:cNvSpPr/>
              <p:nvPr/>
            </p:nvSpPr>
            <p:spPr>
              <a:xfrm>
                <a:off x="4269097" y="321874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5F08C94C-94C6-CE58-7701-BF5F7FA81AC1}"/>
                  </a:ext>
                </a:extLst>
              </p:cNvPr>
              <p:cNvSpPr/>
              <p:nvPr/>
            </p:nvSpPr>
            <p:spPr>
              <a:xfrm>
                <a:off x="4604379" y="326005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6EE136D5-2784-5F3D-05F2-BC5ED24E931F}"/>
                  </a:ext>
                </a:extLst>
              </p:cNvPr>
              <p:cNvSpPr/>
              <p:nvPr/>
            </p:nvSpPr>
            <p:spPr>
              <a:xfrm>
                <a:off x="4695817" y="279297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FAECBEB-74B8-B04B-1D42-E85ECE039294}"/>
                  </a:ext>
                </a:extLst>
              </p:cNvPr>
              <p:cNvSpPr/>
              <p:nvPr/>
            </p:nvSpPr>
            <p:spPr>
              <a:xfrm>
                <a:off x="4238616" y="351449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134AD63C-9F07-B495-237A-3B170FFE1FA5}"/>
                  </a:ext>
                </a:extLst>
              </p:cNvPr>
              <p:cNvSpPr/>
              <p:nvPr/>
            </p:nvSpPr>
            <p:spPr>
              <a:xfrm>
                <a:off x="4741536" y="360759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532FAC82-0A7B-BAAA-B073-75ED859E1CF7}"/>
                  </a:ext>
                </a:extLst>
              </p:cNvPr>
              <p:cNvSpPr/>
              <p:nvPr/>
            </p:nvSpPr>
            <p:spPr>
              <a:xfrm>
                <a:off x="3811902" y="498347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E4F4352-83C1-B7ED-83F8-CFADA8D00E31}"/>
                  </a:ext>
                </a:extLst>
              </p:cNvPr>
              <p:cNvSpPr/>
              <p:nvPr/>
            </p:nvSpPr>
            <p:spPr>
              <a:xfrm>
                <a:off x="3961442" y="431816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F9A51CFD-D2E7-1258-7CB6-898566DCD5C0}"/>
                  </a:ext>
                </a:extLst>
              </p:cNvPr>
              <p:cNvSpPr/>
              <p:nvPr/>
            </p:nvSpPr>
            <p:spPr>
              <a:xfrm>
                <a:off x="4052880" y="474487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54C599A4-50C6-4F2F-A7EB-336EF85D7E0B}"/>
                  </a:ext>
                </a:extLst>
              </p:cNvPr>
              <p:cNvSpPr/>
              <p:nvPr/>
            </p:nvSpPr>
            <p:spPr>
              <a:xfrm>
                <a:off x="4199567" y="397335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698E4C10-6F5C-5DF4-AE6E-66551649EA38}"/>
                  </a:ext>
                </a:extLst>
              </p:cNvPr>
              <p:cNvSpPr/>
              <p:nvPr/>
            </p:nvSpPr>
            <p:spPr>
              <a:xfrm>
                <a:off x="4477699" y="414146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D965B006-8067-7DCF-74ED-29C6F4C85421}"/>
                  </a:ext>
                </a:extLst>
              </p:cNvPr>
              <p:cNvSpPr/>
              <p:nvPr/>
            </p:nvSpPr>
            <p:spPr>
              <a:xfrm>
                <a:off x="4380538" y="449556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8EB5B1A-DED7-4B47-35DC-87BA48BFAA0B}"/>
                  </a:ext>
                </a:extLst>
              </p:cNvPr>
              <p:cNvSpPr/>
              <p:nvPr/>
            </p:nvSpPr>
            <p:spPr>
              <a:xfrm>
                <a:off x="4715820" y="453687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F80AE333-B708-0A61-2888-6A051DAC11EC}"/>
                  </a:ext>
                </a:extLst>
              </p:cNvPr>
              <p:cNvSpPr/>
              <p:nvPr/>
            </p:nvSpPr>
            <p:spPr>
              <a:xfrm>
                <a:off x="4807258" y="406979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3FB8B1C-9D45-F40C-2DCE-D2C96E657958}"/>
                  </a:ext>
                </a:extLst>
              </p:cNvPr>
              <p:cNvSpPr/>
              <p:nvPr/>
            </p:nvSpPr>
            <p:spPr>
              <a:xfrm>
                <a:off x="4350057" y="479131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FD93DF5F-4A07-C05D-7143-ACB38EF14F23}"/>
                  </a:ext>
                </a:extLst>
              </p:cNvPr>
              <p:cNvSpPr/>
              <p:nvPr/>
            </p:nvSpPr>
            <p:spPr>
              <a:xfrm>
                <a:off x="4852977" y="488441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67" name="Cross 66">
              <a:extLst>
                <a:ext uri="{FF2B5EF4-FFF2-40B4-BE49-F238E27FC236}">
                  <a16:creationId xmlns:a16="http://schemas.microsoft.com/office/drawing/2014/main" id="{E2AD54DD-41B9-B0D0-93CF-3E915DE9F966}"/>
                </a:ext>
              </a:extLst>
            </p:cNvPr>
            <p:cNvSpPr/>
            <p:nvPr/>
          </p:nvSpPr>
          <p:spPr>
            <a:xfrm>
              <a:off x="2181229" y="3886200"/>
              <a:ext cx="133350" cy="171450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Cross 67">
              <a:extLst>
                <a:ext uri="{FF2B5EF4-FFF2-40B4-BE49-F238E27FC236}">
                  <a16:creationId xmlns:a16="http://schemas.microsoft.com/office/drawing/2014/main" id="{97CD90A6-B0AB-266F-67D2-554882C87881}"/>
                </a:ext>
              </a:extLst>
            </p:cNvPr>
            <p:cNvSpPr/>
            <p:nvPr/>
          </p:nvSpPr>
          <p:spPr>
            <a:xfrm>
              <a:off x="4265853" y="3643790"/>
              <a:ext cx="133350" cy="171450"/>
            </a:xfrm>
            <a:prstGeom prst="plus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6A6E18E1-C85A-A365-BA46-BDE25F00BDA9}"/>
              </a:ext>
            </a:extLst>
          </p:cNvPr>
          <p:cNvSpPr/>
          <p:nvPr/>
        </p:nvSpPr>
        <p:spPr>
          <a:xfrm>
            <a:off x="7172319" y="2400300"/>
            <a:ext cx="1933581" cy="2533650"/>
          </a:xfrm>
          <a:custGeom>
            <a:avLst/>
            <a:gdLst>
              <a:gd name="csX0" fmla="*/ 1743081 w 1933581"/>
              <a:gd name="csY0" fmla="*/ 1047750 h 2533650"/>
              <a:gd name="csX1" fmla="*/ 1781181 w 1933581"/>
              <a:gd name="csY1" fmla="*/ 1000125 h 2533650"/>
              <a:gd name="csX2" fmla="*/ 1790706 w 1933581"/>
              <a:gd name="csY2" fmla="*/ 962025 h 2533650"/>
              <a:gd name="csX3" fmla="*/ 1800231 w 1933581"/>
              <a:gd name="csY3" fmla="*/ 933450 h 2533650"/>
              <a:gd name="csX4" fmla="*/ 1809756 w 1933581"/>
              <a:gd name="csY4" fmla="*/ 800100 h 2533650"/>
              <a:gd name="csX5" fmla="*/ 1828806 w 1933581"/>
              <a:gd name="csY5" fmla="*/ 762000 h 2533650"/>
              <a:gd name="csX6" fmla="*/ 1838331 w 1933581"/>
              <a:gd name="csY6" fmla="*/ 723900 h 2533650"/>
              <a:gd name="csX7" fmla="*/ 1857381 w 1933581"/>
              <a:gd name="csY7" fmla="*/ 581025 h 2533650"/>
              <a:gd name="csX8" fmla="*/ 1876431 w 1933581"/>
              <a:gd name="csY8" fmla="*/ 400050 h 2533650"/>
              <a:gd name="csX9" fmla="*/ 1857381 w 1933581"/>
              <a:gd name="csY9" fmla="*/ 247650 h 2533650"/>
              <a:gd name="csX10" fmla="*/ 1752606 w 1933581"/>
              <a:gd name="csY10" fmla="*/ 104775 h 2533650"/>
              <a:gd name="csX11" fmla="*/ 1533531 w 1933581"/>
              <a:gd name="csY11" fmla="*/ 28575 h 2533650"/>
              <a:gd name="csX12" fmla="*/ 1485906 w 1933581"/>
              <a:gd name="csY12" fmla="*/ 9525 h 2533650"/>
              <a:gd name="csX13" fmla="*/ 1428756 w 1933581"/>
              <a:gd name="csY13" fmla="*/ 0 h 2533650"/>
              <a:gd name="csX14" fmla="*/ 600081 w 1933581"/>
              <a:gd name="csY14" fmla="*/ 9525 h 2533650"/>
              <a:gd name="csX15" fmla="*/ 514356 w 1933581"/>
              <a:gd name="csY15" fmla="*/ 19050 h 2533650"/>
              <a:gd name="csX16" fmla="*/ 361956 w 1933581"/>
              <a:gd name="csY16" fmla="*/ 57150 h 2533650"/>
              <a:gd name="csX17" fmla="*/ 257181 w 1933581"/>
              <a:gd name="csY17" fmla="*/ 123825 h 2533650"/>
              <a:gd name="csX18" fmla="*/ 228606 w 1933581"/>
              <a:gd name="csY18" fmla="*/ 152400 h 2533650"/>
              <a:gd name="csX19" fmla="*/ 190506 w 1933581"/>
              <a:gd name="csY19" fmla="*/ 171450 h 2533650"/>
              <a:gd name="csX20" fmla="*/ 85731 w 1933581"/>
              <a:gd name="csY20" fmla="*/ 285750 h 2533650"/>
              <a:gd name="csX21" fmla="*/ 28581 w 1933581"/>
              <a:gd name="csY21" fmla="*/ 419100 h 2533650"/>
              <a:gd name="csX22" fmla="*/ 6 w 1933581"/>
              <a:gd name="csY22" fmla="*/ 628650 h 2533650"/>
              <a:gd name="csX23" fmla="*/ 19056 w 1933581"/>
              <a:gd name="csY23" fmla="*/ 1162050 h 2533650"/>
              <a:gd name="csX24" fmla="*/ 76206 w 1933581"/>
              <a:gd name="csY24" fmla="*/ 1371600 h 2533650"/>
              <a:gd name="csX25" fmla="*/ 95256 w 1933581"/>
              <a:gd name="csY25" fmla="*/ 1485900 h 2533650"/>
              <a:gd name="csX26" fmla="*/ 133356 w 1933581"/>
              <a:gd name="csY26" fmla="*/ 1543050 h 2533650"/>
              <a:gd name="csX27" fmla="*/ 171456 w 1933581"/>
              <a:gd name="csY27" fmla="*/ 1619250 h 2533650"/>
              <a:gd name="csX28" fmla="*/ 190506 w 1933581"/>
              <a:gd name="csY28" fmla="*/ 1676400 h 2533650"/>
              <a:gd name="csX29" fmla="*/ 219081 w 1933581"/>
              <a:gd name="csY29" fmla="*/ 1733550 h 2533650"/>
              <a:gd name="csX30" fmla="*/ 257181 w 1933581"/>
              <a:gd name="csY30" fmla="*/ 1828800 h 2533650"/>
              <a:gd name="csX31" fmla="*/ 285756 w 1933581"/>
              <a:gd name="csY31" fmla="*/ 1885950 h 2533650"/>
              <a:gd name="csX32" fmla="*/ 323856 w 1933581"/>
              <a:gd name="csY32" fmla="*/ 1943100 h 2533650"/>
              <a:gd name="csX33" fmla="*/ 352431 w 1933581"/>
              <a:gd name="csY33" fmla="*/ 2000250 h 2533650"/>
              <a:gd name="csX34" fmla="*/ 390531 w 1933581"/>
              <a:gd name="csY34" fmla="*/ 2066925 h 2533650"/>
              <a:gd name="csX35" fmla="*/ 419106 w 1933581"/>
              <a:gd name="csY35" fmla="*/ 2124075 h 2533650"/>
              <a:gd name="csX36" fmla="*/ 514356 w 1933581"/>
              <a:gd name="csY36" fmla="*/ 2247900 h 2533650"/>
              <a:gd name="csX37" fmla="*/ 571506 w 1933581"/>
              <a:gd name="csY37" fmla="*/ 2324100 h 2533650"/>
              <a:gd name="csX38" fmla="*/ 638181 w 1933581"/>
              <a:gd name="csY38" fmla="*/ 2371725 h 2533650"/>
              <a:gd name="csX39" fmla="*/ 838206 w 1933581"/>
              <a:gd name="csY39" fmla="*/ 2486025 h 2533650"/>
              <a:gd name="csX40" fmla="*/ 904881 w 1933581"/>
              <a:gd name="csY40" fmla="*/ 2495550 h 2533650"/>
              <a:gd name="csX41" fmla="*/ 962031 w 1933581"/>
              <a:gd name="csY41" fmla="*/ 2514600 h 2533650"/>
              <a:gd name="csX42" fmla="*/ 1066806 w 1933581"/>
              <a:gd name="csY42" fmla="*/ 2524125 h 2533650"/>
              <a:gd name="csX43" fmla="*/ 1152531 w 1933581"/>
              <a:gd name="csY43" fmla="*/ 2533650 h 2533650"/>
              <a:gd name="csX44" fmla="*/ 1514481 w 1933581"/>
              <a:gd name="csY44" fmla="*/ 2524125 h 2533650"/>
              <a:gd name="csX45" fmla="*/ 1552581 w 1933581"/>
              <a:gd name="csY45" fmla="*/ 2514600 h 2533650"/>
              <a:gd name="csX46" fmla="*/ 1600206 w 1933581"/>
              <a:gd name="csY46" fmla="*/ 2505075 h 2533650"/>
              <a:gd name="csX47" fmla="*/ 1647831 w 1933581"/>
              <a:gd name="csY47" fmla="*/ 2476500 h 2533650"/>
              <a:gd name="csX48" fmla="*/ 1714506 w 1933581"/>
              <a:gd name="csY48" fmla="*/ 2438400 h 2533650"/>
              <a:gd name="csX49" fmla="*/ 1771656 w 1933581"/>
              <a:gd name="csY49" fmla="*/ 2400300 h 2533650"/>
              <a:gd name="csX50" fmla="*/ 1790706 w 1933581"/>
              <a:gd name="csY50" fmla="*/ 2371725 h 2533650"/>
              <a:gd name="csX51" fmla="*/ 1819281 w 1933581"/>
              <a:gd name="csY51" fmla="*/ 2352675 h 2533650"/>
              <a:gd name="csX52" fmla="*/ 1857381 w 1933581"/>
              <a:gd name="csY52" fmla="*/ 2266950 h 2533650"/>
              <a:gd name="csX53" fmla="*/ 1876431 w 1933581"/>
              <a:gd name="csY53" fmla="*/ 2238375 h 2533650"/>
              <a:gd name="csX54" fmla="*/ 1905006 w 1933581"/>
              <a:gd name="csY54" fmla="*/ 2162175 h 2533650"/>
              <a:gd name="csX55" fmla="*/ 1933581 w 1933581"/>
              <a:gd name="csY55" fmla="*/ 2066925 h 2533650"/>
              <a:gd name="csX56" fmla="*/ 1924056 w 1933581"/>
              <a:gd name="csY56" fmla="*/ 1800225 h 2533650"/>
              <a:gd name="csX57" fmla="*/ 1905006 w 1933581"/>
              <a:gd name="csY57" fmla="*/ 1704975 h 2533650"/>
              <a:gd name="csX58" fmla="*/ 1885956 w 1933581"/>
              <a:gd name="csY58" fmla="*/ 1600200 h 2533650"/>
              <a:gd name="csX59" fmla="*/ 1866906 w 1933581"/>
              <a:gd name="csY59" fmla="*/ 1485900 h 2533650"/>
              <a:gd name="csX60" fmla="*/ 1857381 w 1933581"/>
              <a:gd name="csY60" fmla="*/ 1457325 h 2533650"/>
              <a:gd name="csX61" fmla="*/ 1790706 w 1933581"/>
              <a:gd name="csY61" fmla="*/ 1400175 h 2533650"/>
              <a:gd name="csX62" fmla="*/ 1743081 w 1933581"/>
              <a:gd name="csY62" fmla="*/ 1362075 h 2533650"/>
              <a:gd name="csX63" fmla="*/ 1733556 w 1933581"/>
              <a:gd name="csY63" fmla="*/ 1333500 h 2533650"/>
              <a:gd name="csX64" fmla="*/ 1714506 w 1933581"/>
              <a:gd name="csY64" fmla="*/ 1257300 h 2533650"/>
              <a:gd name="csX65" fmla="*/ 1743081 w 1933581"/>
              <a:gd name="csY65" fmla="*/ 1047750 h 2533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</a:cxnLst>
            <a:rect l="l" t="t" r="r" b="b"/>
            <a:pathLst>
              <a:path w="1933581" h="2533650">
                <a:moveTo>
                  <a:pt x="1743081" y="1047750"/>
                </a:moveTo>
                <a:cubicBezTo>
                  <a:pt x="1754193" y="1004888"/>
                  <a:pt x="1771308" y="1017897"/>
                  <a:pt x="1781181" y="1000125"/>
                </a:cubicBezTo>
                <a:cubicBezTo>
                  <a:pt x="1787538" y="988682"/>
                  <a:pt x="1787110" y="974612"/>
                  <a:pt x="1790706" y="962025"/>
                </a:cubicBezTo>
                <a:cubicBezTo>
                  <a:pt x="1793464" y="952371"/>
                  <a:pt x="1797056" y="942975"/>
                  <a:pt x="1800231" y="933450"/>
                </a:cubicBezTo>
                <a:cubicBezTo>
                  <a:pt x="1803406" y="889000"/>
                  <a:pt x="1802430" y="844057"/>
                  <a:pt x="1809756" y="800100"/>
                </a:cubicBezTo>
                <a:cubicBezTo>
                  <a:pt x="1812090" y="786094"/>
                  <a:pt x="1823820" y="775295"/>
                  <a:pt x="1828806" y="762000"/>
                </a:cubicBezTo>
                <a:cubicBezTo>
                  <a:pt x="1833403" y="749743"/>
                  <a:pt x="1835764" y="736737"/>
                  <a:pt x="1838331" y="723900"/>
                </a:cubicBezTo>
                <a:cubicBezTo>
                  <a:pt x="1848691" y="672098"/>
                  <a:pt x="1851516" y="635764"/>
                  <a:pt x="1857381" y="581025"/>
                </a:cubicBezTo>
                <a:cubicBezTo>
                  <a:pt x="1863843" y="520712"/>
                  <a:pt x="1876431" y="400050"/>
                  <a:pt x="1876431" y="400050"/>
                </a:cubicBezTo>
                <a:cubicBezTo>
                  <a:pt x="1870081" y="349250"/>
                  <a:pt x="1872437" y="296581"/>
                  <a:pt x="1857381" y="247650"/>
                </a:cubicBezTo>
                <a:cubicBezTo>
                  <a:pt x="1849358" y="221575"/>
                  <a:pt x="1789621" y="124965"/>
                  <a:pt x="1752606" y="104775"/>
                </a:cubicBezTo>
                <a:cubicBezTo>
                  <a:pt x="1636276" y="41322"/>
                  <a:pt x="1627265" y="44197"/>
                  <a:pt x="1533531" y="28575"/>
                </a:cubicBezTo>
                <a:cubicBezTo>
                  <a:pt x="1517656" y="22225"/>
                  <a:pt x="1502401" y="14024"/>
                  <a:pt x="1485906" y="9525"/>
                </a:cubicBezTo>
                <a:cubicBezTo>
                  <a:pt x="1467274" y="4443"/>
                  <a:pt x="1448069" y="0"/>
                  <a:pt x="1428756" y="0"/>
                </a:cubicBezTo>
                <a:cubicBezTo>
                  <a:pt x="1152513" y="0"/>
                  <a:pt x="876306" y="6350"/>
                  <a:pt x="600081" y="9525"/>
                </a:cubicBezTo>
                <a:cubicBezTo>
                  <a:pt x="571506" y="12700"/>
                  <a:pt x="542549" y="13411"/>
                  <a:pt x="514356" y="19050"/>
                </a:cubicBezTo>
                <a:cubicBezTo>
                  <a:pt x="463009" y="29319"/>
                  <a:pt x="361956" y="57150"/>
                  <a:pt x="361956" y="57150"/>
                </a:cubicBezTo>
                <a:cubicBezTo>
                  <a:pt x="327031" y="79375"/>
                  <a:pt x="286453" y="94553"/>
                  <a:pt x="257181" y="123825"/>
                </a:cubicBezTo>
                <a:cubicBezTo>
                  <a:pt x="247656" y="133350"/>
                  <a:pt x="239567" y="144570"/>
                  <a:pt x="228606" y="152400"/>
                </a:cubicBezTo>
                <a:cubicBezTo>
                  <a:pt x="217052" y="160653"/>
                  <a:pt x="201495" y="162459"/>
                  <a:pt x="190506" y="171450"/>
                </a:cubicBezTo>
                <a:cubicBezTo>
                  <a:pt x="176709" y="182739"/>
                  <a:pt x="99966" y="258704"/>
                  <a:pt x="85731" y="285750"/>
                </a:cubicBezTo>
                <a:cubicBezTo>
                  <a:pt x="63207" y="328545"/>
                  <a:pt x="28581" y="419100"/>
                  <a:pt x="28581" y="419100"/>
                </a:cubicBezTo>
                <a:cubicBezTo>
                  <a:pt x="26411" y="433207"/>
                  <a:pt x="-488" y="596521"/>
                  <a:pt x="6" y="628650"/>
                </a:cubicBezTo>
                <a:cubicBezTo>
                  <a:pt x="2743" y="806542"/>
                  <a:pt x="6197" y="984602"/>
                  <a:pt x="19056" y="1162050"/>
                </a:cubicBezTo>
                <a:cubicBezTo>
                  <a:pt x="26925" y="1270642"/>
                  <a:pt x="53775" y="1277390"/>
                  <a:pt x="76206" y="1371600"/>
                </a:cubicBezTo>
                <a:cubicBezTo>
                  <a:pt x="85152" y="1409175"/>
                  <a:pt x="83042" y="1449257"/>
                  <a:pt x="95256" y="1485900"/>
                </a:cubicBezTo>
                <a:cubicBezTo>
                  <a:pt x="102496" y="1507620"/>
                  <a:pt x="121997" y="1523171"/>
                  <a:pt x="133356" y="1543050"/>
                </a:cubicBezTo>
                <a:cubicBezTo>
                  <a:pt x="147445" y="1567706"/>
                  <a:pt x="160269" y="1593148"/>
                  <a:pt x="171456" y="1619250"/>
                </a:cubicBezTo>
                <a:cubicBezTo>
                  <a:pt x="179366" y="1637707"/>
                  <a:pt x="182783" y="1657864"/>
                  <a:pt x="190506" y="1676400"/>
                </a:cubicBezTo>
                <a:cubicBezTo>
                  <a:pt x="198698" y="1696060"/>
                  <a:pt x="210544" y="1714037"/>
                  <a:pt x="219081" y="1733550"/>
                </a:cubicBezTo>
                <a:cubicBezTo>
                  <a:pt x="232787" y="1764879"/>
                  <a:pt x="238213" y="1800347"/>
                  <a:pt x="257181" y="1828800"/>
                </a:cubicBezTo>
                <a:cubicBezTo>
                  <a:pt x="341751" y="1955655"/>
                  <a:pt x="220031" y="1767644"/>
                  <a:pt x="285756" y="1885950"/>
                </a:cubicBezTo>
                <a:cubicBezTo>
                  <a:pt x="296875" y="1905964"/>
                  <a:pt x="312320" y="1923324"/>
                  <a:pt x="323856" y="1943100"/>
                </a:cubicBezTo>
                <a:cubicBezTo>
                  <a:pt x="334588" y="1961497"/>
                  <a:pt x="342333" y="1981497"/>
                  <a:pt x="352431" y="2000250"/>
                </a:cubicBezTo>
                <a:cubicBezTo>
                  <a:pt x="364567" y="2022788"/>
                  <a:pt x="378395" y="2044387"/>
                  <a:pt x="390531" y="2066925"/>
                </a:cubicBezTo>
                <a:cubicBezTo>
                  <a:pt x="400629" y="2085678"/>
                  <a:pt x="408374" y="2105678"/>
                  <a:pt x="419106" y="2124075"/>
                </a:cubicBezTo>
                <a:cubicBezTo>
                  <a:pt x="458479" y="2191572"/>
                  <a:pt x="461438" y="2181752"/>
                  <a:pt x="514356" y="2247900"/>
                </a:cubicBezTo>
                <a:cubicBezTo>
                  <a:pt x="534190" y="2272693"/>
                  <a:pt x="549055" y="2301649"/>
                  <a:pt x="571506" y="2324100"/>
                </a:cubicBezTo>
                <a:cubicBezTo>
                  <a:pt x="590819" y="2343413"/>
                  <a:pt x="615456" y="2356575"/>
                  <a:pt x="638181" y="2371725"/>
                </a:cubicBezTo>
                <a:cubicBezTo>
                  <a:pt x="687820" y="2404818"/>
                  <a:pt x="770573" y="2466701"/>
                  <a:pt x="838206" y="2486025"/>
                </a:cubicBezTo>
                <a:cubicBezTo>
                  <a:pt x="859793" y="2492193"/>
                  <a:pt x="882656" y="2492375"/>
                  <a:pt x="904881" y="2495550"/>
                </a:cubicBezTo>
                <a:cubicBezTo>
                  <a:pt x="923931" y="2501900"/>
                  <a:pt x="942256" y="2511110"/>
                  <a:pt x="962031" y="2514600"/>
                </a:cubicBezTo>
                <a:cubicBezTo>
                  <a:pt x="996566" y="2520694"/>
                  <a:pt x="1031911" y="2520636"/>
                  <a:pt x="1066806" y="2524125"/>
                </a:cubicBezTo>
                <a:cubicBezTo>
                  <a:pt x="1095414" y="2526986"/>
                  <a:pt x="1123956" y="2530475"/>
                  <a:pt x="1152531" y="2533650"/>
                </a:cubicBezTo>
                <a:cubicBezTo>
                  <a:pt x="1273181" y="2530475"/>
                  <a:pt x="1393926" y="2529866"/>
                  <a:pt x="1514481" y="2524125"/>
                </a:cubicBezTo>
                <a:cubicBezTo>
                  <a:pt x="1527557" y="2523502"/>
                  <a:pt x="1539802" y="2517440"/>
                  <a:pt x="1552581" y="2514600"/>
                </a:cubicBezTo>
                <a:cubicBezTo>
                  <a:pt x="1568385" y="2511088"/>
                  <a:pt x="1584331" y="2508250"/>
                  <a:pt x="1600206" y="2505075"/>
                </a:cubicBezTo>
                <a:cubicBezTo>
                  <a:pt x="1616081" y="2495550"/>
                  <a:pt x="1631647" y="2485491"/>
                  <a:pt x="1647831" y="2476500"/>
                </a:cubicBezTo>
                <a:cubicBezTo>
                  <a:pt x="1720340" y="2436217"/>
                  <a:pt x="1654631" y="2478317"/>
                  <a:pt x="1714506" y="2438400"/>
                </a:cubicBezTo>
                <a:cubicBezTo>
                  <a:pt x="1762332" y="2366661"/>
                  <a:pt x="1697847" y="2449506"/>
                  <a:pt x="1771656" y="2400300"/>
                </a:cubicBezTo>
                <a:cubicBezTo>
                  <a:pt x="1781181" y="2393950"/>
                  <a:pt x="1782611" y="2379820"/>
                  <a:pt x="1790706" y="2371725"/>
                </a:cubicBezTo>
                <a:cubicBezTo>
                  <a:pt x="1798801" y="2363630"/>
                  <a:pt x="1809756" y="2359025"/>
                  <a:pt x="1819281" y="2352675"/>
                </a:cubicBezTo>
                <a:cubicBezTo>
                  <a:pt x="1832889" y="2318655"/>
                  <a:pt x="1839583" y="2298096"/>
                  <a:pt x="1857381" y="2266950"/>
                </a:cubicBezTo>
                <a:cubicBezTo>
                  <a:pt x="1863061" y="2257011"/>
                  <a:pt x="1870081" y="2247900"/>
                  <a:pt x="1876431" y="2238375"/>
                </a:cubicBezTo>
                <a:cubicBezTo>
                  <a:pt x="1899012" y="2125469"/>
                  <a:pt x="1869331" y="2242443"/>
                  <a:pt x="1905006" y="2162175"/>
                </a:cubicBezTo>
                <a:cubicBezTo>
                  <a:pt x="1918257" y="2132360"/>
                  <a:pt x="1925665" y="2098590"/>
                  <a:pt x="1933581" y="2066925"/>
                </a:cubicBezTo>
                <a:cubicBezTo>
                  <a:pt x="1930406" y="1978025"/>
                  <a:pt x="1931057" y="1888906"/>
                  <a:pt x="1924056" y="1800225"/>
                </a:cubicBezTo>
                <a:cubicBezTo>
                  <a:pt x="1921508" y="1767947"/>
                  <a:pt x="1909022" y="1737104"/>
                  <a:pt x="1905006" y="1704975"/>
                </a:cubicBezTo>
                <a:cubicBezTo>
                  <a:pt x="1894236" y="1618812"/>
                  <a:pt x="1903576" y="1653059"/>
                  <a:pt x="1885956" y="1600200"/>
                </a:cubicBezTo>
                <a:cubicBezTo>
                  <a:pt x="1880580" y="1562566"/>
                  <a:pt x="1876191" y="1523041"/>
                  <a:pt x="1866906" y="1485900"/>
                </a:cubicBezTo>
                <a:cubicBezTo>
                  <a:pt x="1864471" y="1476160"/>
                  <a:pt x="1862950" y="1465679"/>
                  <a:pt x="1857381" y="1457325"/>
                </a:cubicBezTo>
                <a:cubicBezTo>
                  <a:pt x="1836645" y="1426220"/>
                  <a:pt x="1817115" y="1426584"/>
                  <a:pt x="1790706" y="1400175"/>
                </a:cubicBezTo>
                <a:cubicBezTo>
                  <a:pt x="1747622" y="1357091"/>
                  <a:pt x="1798711" y="1380618"/>
                  <a:pt x="1743081" y="1362075"/>
                </a:cubicBezTo>
                <a:cubicBezTo>
                  <a:pt x="1739906" y="1352550"/>
                  <a:pt x="1736198" y="1343186"/>
                  <a:pt x="1733556" y="1333500"/>
                </a:cubicBezTo>
                <a:cubicBezTo>
                  <a:pt x="1726667" y="1308241"/>
                  <a:pt x="1714506" y="1257300"/>
                  <a:pt x="1714506" y="1257300"/>
                </a:cubicBezTo>
                <a:cubicBezTo>
                  <a:pt x="1734386" y="1088324"/>
                  <a:pt x="1731969" y="1090612"/>
                  <a:pt x="1743081" y="1047750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9F1D0936-AEB5-18D4-3C24-F61D1A2F2D4F}"/>
              </a:ext>
            </a:extLst>
          </p:cNvPr>
          <p:cNvSpPr/>
          <p:nvPr/>
        </p:nvSpPr>
        <p:spPr>
          <a:xfrm>
            <a:off x="8915400" y="2095500"/>
            <a:ext cx="2152650" cy="2838450"/>
          </a:xfrm>
          <a:custGeom>
            <a:avLst/>
            <a:gdLst>
              <a:gd name="csX0" fmla="*/ 1152525 w 2152650"/>
              <a:gd name="csY0" fmla="*/ 28575 h 2838450"/>
              <a:gd name="csX1" fmla="*/ 1104900 w 2152650"/>
              <a:gd name="csY1" fmla="*/ 9525 h 2838450"/>
              <a:gd name="csX2" fmla="*/ 723900 w 2152650"/>
              <a:gd name="csY2" fmla="*/ 9525 h 2838450"/>
              <a:gd name="csX3" fmla="*/ 666750 w 2152650"/>
              <a:gd name="csY3" fmla="*/ 57150 h 2838450"/>
              <a:gd name="csX4" fmla="*/ 619125 w 2152650"/>
              <a:gd name="csY4" fmla="*/ 85725 h 2838450"/>
              <a:gd name="csX5" fmla="*/ 561975 w 2152650"/>
              <a:gd name="csY5" fmla="*/ 142875 h 2838450"/>
              <a:gd name="csX6" fmla="*/ 495300 w 2152650"/>
              <a:gd name="csY6" fmla="*/ 228600 h 2838450"/>
              <a:gd name="csX7" fmla="*/ 447675 w 2152650"/>
              <a:gd name="csY7" fmla="*/ 266700 h 2838450"/>
              <a:gd name="csX8" fmla="*/ 361950 w 2152650"/>
              <a:gd name="csY8" fmla="*/ 381000 h 2838450"/>
              <a:gd name="csX9" fmla="*/ 333375 w 2152650"/>
              <a:gd name="csY9" fmla="*/ 419100 h 2838450"/>
              <a:gd name="csX10" fmla="*/ 323850 w 2152650"/>
              <a:gd name="csY10" fmla="*/ 457200 h 2838450"/>
              <a:gd name="csX11" fmla="*/ 304800 w 2152650"/>
              <a:gd name="csY11" fmla="*/ 638175 h 2838450"/>
              <a:gd name="csX12" fmla="*/ 285750 w 2152650"/>
              <a:gd name="csY12" fmla="*/ 666750 h 2838450"/>
              <a:gd name="csX13" fmla="*/ 257175 w 2152650"/>
              <a:gd name="csY13" fmla="*/ 723900 h 2838450"/>
              <a:gd name="csX14" fmla="*/ 228600 w 2152650"/>
              <a:gd name="csY14" fmla="*/ 828675 h 2838450"/>
              <a:gd name="csX15" fmla="*/ 209550 w 2152650"/>
              <a:gd name="csY15" fmla="*/ 885825 h 2838450"/>
              <a:gd name="csX16" fmla="*/ 161925 w 2152650"/>
              <a:gd name="csY16" fmla="*/ 962025 h 2838450"/>
              <a:gd name="csX17" fmla="*/ 152400 w 2152650"/>
              <a:gd name="csY17" fmla="*/ 990600 h 2838450"/>
              <a:gd name="csX18" fmla="*/ 114300 w 2152650"/>
              <a:gd name="csY18" fmla="*/ 1066800 h 2838450"/>
              <a:gd name="csX19" fmla="*/ 85725 w 2152650"/>
              <a:gd name="csY19" fmla="*/ 1190625 h 2838450"/>
              <a:gd name="csX20" fmla="*/ 66675 w 2152650"/>
              <a:gd name="csY20" fmla="*/ 1276350 h 2838450"/>
              <a:gd name="csX21" fmla="*/ 57150 w 2152650"/>
              <a:gd name="csY21" fmla="*/ 1333500 h 2838450"/>
              <a:gd name="csX22" fmla="*/ 47625 w 2152650"/>
              <a:gd name="csY22" fmla="*/ 1362075 h 2838450"/>
              <a:gd name="csX23" fmla="*/ 38100 w 2152650"/>
              <a:gd name="csY23" fmla="*/ 1400175 h 2838450"/>
              <a:gd name="csX24" fmla="*/ 19050 w 2152650"/>
              <a:gd name="csY24" fmla="*/ 1438275 h 2838450"/>
              <a:gd name="csX25" fmla="*/ 0 w 2152650"/>
              <a:gd name="csY25" fmla="*/ 1514475 h 2838450"/>
              <a:gd name="csX26" fmla="*/ 9525 w 2152650"/>
              <a:gd name="csY26" fmla="*/ 1571625 h 2838450"/>
              <a:gd name="csX27" fmla="*/ 38100 w 2152650"/>
              <a:gd name="csY27" fmla="*/ 1600200 h 2838450"/>
              <a:gd name="csX28" fmla="*/ 66675 w 2152650"/>
              <a:gd name="csY28" fmla="*/ 1657350 h 2838450"/>
              <a:gd name="csX29" fmla="*/ 95250 w 2152650"/>
              <a:gd name="csY29" fmla="*/ 1685925 h 2838450"/>
              <a:gd name="csX30" fmla="*/ 133350 w 2152650"/>
              <a:gd name="csY30" fmla="*/ 1771650 h 2838450"/>
              <a:gd name="csX31" fmla="*/ 190500 w 2152650"/>
              <a:gd name="csY31" fmla="*/ 1857375 h 2838450"/>
              <a:gd name="csX32" fmla="*/ 200025 w 2152650"/>
              <a:gd name="csY32" fmla="*/ 1885950 h 2838450"/>
              <a:gd name="csX33" fmla="*/ 219075 w 2152650"/>
              <a:gd name="csY33" fmla="*/ 1914525 h 2838450"/>
              <a:gd name="csX34" fmla="*/ 247650 w 2152650"/>
              <a:gd name="csY34" fmla="*/ 1962150 h 2838450"/>
              <a:gd name="csX35" fmla="*/ 276225 w 2152650"/>
              <a:gd name="csY35" fmla="*/ 2028825 h 2838450"/>
              <a:gd name="csX36" fmla="*/ 314325 w 2152650"/>
              <a:gd name="csY36" fmla="*/ 2085975 h 2838450"/>
              <a:gd name="csX37" fmla="*/ 361950 w 2152650"/>
              <a:gd name="csY37" fmla="*/ 2200275 h 2838450"/>
              <a:gd name="csX38" fmla="*/ 371475 w 2152650"/>
              <a:gd name="csY38" fmla="*/ 2238375 h 2838450"/>
              <a:gd name="csX39" fmla="*/ 381000 w 2152650"/>
              <a:gd name="csY39" fmla="*/ 2266950 h 2838450"/>
              <a:gd name="csX40" fmla="*/ 390525 w 2152650"/>
              <a:gd name="csY40" fmla="*/ 2371725 h 2838450"/>
              <a:gd name="csX41" fmla="*/ 400050 w 2152650"/>
              <a:gd name="csY41" fmla="*/ 2419350 h 2838450"/>
              <a:gd name="csX42" fmla="*/ 409575 w 2152650"/>
              <a:gd name="csY42" fmla="*/ 2495550 h 2838450"/>
              <a:gd name="csX43" fmla="*/ 438150 w 2152650"/>
              <a:gd name="csY43" fmla="*/ 2638425 h 2838450"/>
              <a:gd name="csX44" fmla="*/ 495300 w 2152650"/>
              <a:gd name="csY44" fmla="*/ 2695575 h 2838450"/>
              <a:gd name="csX45" fmla="*/ 723900 w 2152650"/>
              <a:gd name="csY45" fmla="*/ 2819400 h 2838450"/>
              <a:gd name="csX46" fmla="*/ 847725 w 2152650"/>
              <a:gd name="csY46" fmla="*/ 2838450 h 2838450"/>
              <a:gd name="csX47" fmla="*/ 1400175 w 2152650"/>
              <a:gd name="csY47" fmla="*/ 2828925 h 2838450"/>
              <a:gd name="csX48" fmla="*/ 1495425 w 2152650"/>
              <a:gd name="csY48" fmla="*/ 2800350 h 2838450"/>
              <a:gd name="csX49" fmla="*/ 1600200 w 2152650"/>
              <a:gd name="csY49" fmla="*/ 2781300 h 2838450"/>
              <a:gd name="csX50" fmla="*/ 1685925 w 2152650"/>
              <a:gd name="csY50" fmla="*/ 2752725 h 2838450"/>
              <a:gd name="csX51" fmla="*/ 1733550 w 2152650"/>
              <a:gd name="csY51" fmla="*/ 2733675 h 2838450"/>
              <a:gd name="csX52" fmla="*/ 1809750 w 2152650"/>
              <a:gd name="csY52" fmla="*/ 2724150 h 2838450"/>
              <a:gd name="csX53" fmla="*/ 1876425 w 2152650"/>
              <a:gd name="csY53" fmla="*/ 2676525 h 2838450"/>
              <a:gd name="csX54" fmla="*/ 1943100 w 2152650"/>
              <a:gd name="csY54" fmla="*/ 2609850 h 2838450"/>
              <a:gd name="csX55" fmla="*/ 2028825 w 2152650"/>
              <a:gd name="csY55" fmla="*/ 2514600 h 2838450"/>
              <a:gd name="csX56" fmla="*/ 2057400 w 2152650"/>
              <a:gd name="csY56" fmla="*/ 2409825 h 2838450"/>
              <a:gd name="csX57" fmla="*/ 2114550 w 2152650"/>
              <a:gd name="csY57" fmla="*/ 2066925 h 2838450"/>
              <a:gd name="csX58" fmla="*/ 2152650 w 2152650"/>
              <a:gd name="csY58" fmla="*/ 1704975 h 2838450"/>
              <a:gd name="csX59" fmla="*/ 2133600 w 2152650"/>
              <a:gd name="csY59" fmla="*/ 1228725 h 2838450"/>
              <a:gd name="csX60" fmla="*/ 2066925 w 2152650"/>
              <a:gd name="csY60" fmla="*/ 800100 h 2838450"/>
              <a:gd name="csX61" fmla="*/ 1943100 w 2152650"/>
              <a:gd name="csY61" fmla="*/ 485775 h 2838450"/>
              <a:gd name="csX62" fmla="*/ 1809750 w 2152650"/>
              <a:gd name="csY62" fmla="*/ 285750 h 2838450"/>
              <a:gd name="csX63" fmla="*/ 1581150 w 2152650"/>
              <a:gd name="csY63" fmla="*/ 114300 h 2838450"/>
              <a:gd name="csX64" fmla="*/ 1457325 w 2152650"/>
              <a:gd name="csY64" fmla="*/ 85725 h 2838450"/>
              <a:gd name="csX65" fmla="*/ 1419225 w 2152650"/>
              <a:gd name="csY65" fmla="*/ 66675 h 2838450"/>
              <a:gd name="csX66" fmla="*/ 1219200 w 2152650"/>
              <a:gd name="csY66" fmla="*/ 47625 h 2838450"/>
              <a:gd name="csX67" fmla="*/ 1171575 w 2152650"/>
              <a:gd name="csY67" fmla="*/ 38100 h 2838450"/>
              <a:gd name="csX68" fmla="*/ 1152525 w 2152650"/>
              <a:gd name="csY68" fmla="*/ 28575 h 2838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</a:cxnLst>
            <a:rect l="l" t="t" r="r" b="b"/>
            <a:pathLst>
              <a:path w="2152650" h="2838450">
                <a:moveTo>
                  <a:pt x="1152525" y="28575"/>
                </a:moveTo>
                <a:cubicBezTo>
                  <a:pt x="1141413" y="23813"/>
                  <a:pt x="1121809" y="12061"/>
                  <a:pt x="1104900" y="9525"/>
                </a:cubicBezTo>
                <a:cubicBezTo>
                  <a:pt x="980191" y="-9181"/>
                  <a:pt x="847566" y="4578"/>
                  <a:pt x="723900" y="9525"/>
                </a:cubicBezTo>
                <a:cubicBezTo>
                  <a:pt x="704850" y="25400"/>
                  <a:pt x="686805" y="42565"/>
                  <a:pt x="666750" y="57150"/>
                </a:cubicBezTo>
                <a:cubicBezTo>
                  <a:pt x="651778" y="68039"/>
                  <a:pt x="633453" y="74002"/>
                  <a:pt x="619125" y="85725"/>
                </a:cubicBezTo>
                <a:cubicBezTo>
                  <a:pt x="598274" y="102785"/>
                  <a:pt x="579619" y="122516"/>
                  <a:pt x="561975" y="142875"/>
                </a:cubicBezTo>
                <a:cubicBezTo>
                  <a:pt x="538266" y="170231"/>
                  <a:pt x="523568" y="205986"/>
                  <a:pt x="495300" y="228600"/>
                </a:cubicBezTo>
                <a:cubicBezTo>
                  <a:pt x="479425" y="241300"/>
                  <a:pt x="461464" y="251762"/>
                  <a:pt x="447675" y="266700"/>
                </a:cubicBezTo>
                <a:cubicBezTo>
                  <a:pt x="381999" y="337849"/>
                  <a:pt x="398542" y="329771"/>
                  <a:pt x="361950" y="381000"/>
                </a:cubicBezTo>
                <a:cubicBezTo>
                  <a:pt x="352723" y="393918"/>
                  <a:pt x="342900" y="406400"/>
                  <a:pt x="333375" y="419100"/>
                </a:cubicBezTo>
                <a:cubicBezTo>
                  <a:pt x="330200" y="431800"/>
                  <a:pt x="325543" y="444219"/>
                  <a:pt x="323850" y="457200"/>
                </a:cubicBezTo>
                <a:cubicBezTo>
                  <a:pt x="316005" y="517349"/>
                  <a:pt x="315651" y="578495"/>
                  <a:pt x="304800" y="638175"/>
                </a:cubicBezTo>
                <a:cubicBezTo>
                  <a:pt x="302752" y="649438"/>
                  <a:pt x="291309" y="656743"/>
                  <a:pt x="285750" y="666750"/>
                </a:cubicBezTo>
                <a:cubicBezTo>
                  <a:pt x="275407" y="685368"/>
                  <a:pt x="264821" y="704021"/>
                  <a:pt x="257175" y="723900"/>
                </a:cubicBezTo>
                <a:cubicBezTo>
                  <a:pt x="238034" y="773667"/>
                  <a:pt x="241746" y="784856"/>
                  <a:pt x="228600" y="828675"/>
                </a:cubicBezTo>
                <a:cubicBezTo>
                  <a:pt x="222830" y="847909"/>
                  <a:pt x="220689" y="869117"/>
                  <a:pt x="209550" y="885825"/>
                </a:cubicBezTo>
                <a:cubicBezTo>
                  <a:pt x="194438" y="908493"/>
                  <a:pt x="173413" y="939048"/>
                  <a:pt x="161925" y="962025"/>
                </a:cubicBezTo>
                <a:cubicBezTo>
                  <a:pt x="157435" y="971005"/>
                  <a:pt x="156555" y="981460"/>
                  <a:pt x="152400" y="990600"/>
                </a:cubicBezTo>
                <a:cubicBezTo>
                  <a:pt x="140649" y="1016453"/>
                  <a:pt x="123280" y="1039859"/>
                  <a:pt x="114300" y="1066800"/>
                </a:cubicBezTo>
                <a:cubicBezTo>
                  <a:pt x="88018" y="1145645"/>
                  <a:pt x="127763" y="1022473"/>
                  <a:pt x="85725" y="1190625"/>
                </a:cubicBezTo>
                <a:cubicBezTo>
                  <a:pt x="75533" y="1231394"/>
                  <a:pt x="74737" y="1232011"/>
                  <a:pt x="66675" y="1276350"/>
                </a:cubicBezTo>
                <a:cubicBezTo>
                  <a:pt x="63220" y="1295351"/>
                  <a:pt x="61340" y="1314647"/>
                  <a:pt x="57150" y="1333500"/>
                </a:cubicBezTo>
                <a:cubicBezTo>
                  <a:pt x="54972" y="1343301"/>
                  <a:pt x="50383" y="1352421"/>
                  <a:pt x="47625" y="1362075"/>
                </a:cubicBezTo>
                <a:cubicBezTo>
                  <a:pt x="44029" y="1374662"/>
                  <a:pt x="42697" y="1387918"/>
                  <a:pt x="38100" y="1400175"/>
                </a:cubicBezTo>
                <a:cubicBezTo>
                  <a:pt x="33114" y="1413470"/>
                  <a:pt x="24643" y="1425224"/>
                  <a:pt x="19050" y="1438275"/>
                </a:cubicBezTo>
                <a:cubicBezTo>
                  <a:pt x="8067" y="1463903"/>
                  <a:pt x="5591" y="1486522"/>
                  <a:pt x="0" y="1514475"/>
                </a:cubicBezTo>
                <a:cubicBezTo>
                  <a:pt x="3175" y="1533525"/>
                  <a:pt x="1681" y="1553977"/>
                  <a:pt x="9525" y="1571625"/>
                </a:cubicBezTo>
                <a:cubicBezTo>
                  <a:pt x="14996" y="1583934"/>
                  <a:pt x="29476" y="1589852"/>
                  <a:pt x="38100" y="1600200"/>
                </a:cubicBezTo>
                <a:cubicBezTo>
                  <a:pt x="113038" y="1690126"/>
                  <a:pt x="9397" y="1571433"/>
                  <a:pt x="66675" y="1657350"/>
                </a:cubicBezTo>
                <a:cubicBezTo>
                  <a:pt x="74147" y="1668558"/>
                  <a:pt x="85725" y="1676400"/>
                  <a:pt x="95250" y="1685925"/>
                </a:cubicBezTo>
                <a:cubicBezTo>
                  <a:pt x="110389" y="1723772"/>
                  <a:pt x="114281" y="1737326"/>
                  <a:pt x="133350" y="1771650"/>
                </a:cubicBezTo>
                <a:cubicBezTo>
                  <a:pt x="159595" y="1818891"/>
                  <a:pt x="159819" y="1816467"/>
                  <a:pt x="190500" y="1857375"/>
                </a:cubicBezTo>
                <a:cubicBezTo>
                  <a:pt x="193675" y="1866900"/>
                  <a:pt x="195535" y="1876970"/>
                  <a:pt x="200025" y="1885950"/>
                </a:cubicBezTo>
                <a:cubicBezTo>
                  <a:pt x="205145" y="1896189"/>
                  <a:pt x="213008" y="1904817"/>
                  <a:pt x="219075" y="1914525"/>
                </a:cubicBezTo>
                <a:cubicBezTo>
                  <a:pt x="228887" y="1930224"/>
                  <a:pt x="239371" y="1945591"/>
                  <a:pt x="247650" y="1962150"/>
                </a:cubicBezTo>
                <a:cubicBezTo>
                  <a:pt x="258464" y="1983777"/>
                  <a:pt x="264761" y="2007535"/>
                  <a:pt x="276225" y="2028825"/>
                </a:cubicBezTo>
                <a:cubicBezTo>
                  <a:pt x="287080" y="2048984"/>
                  <a:pt x="307085" y="2064255"/>
                  <a:pt x="314325" y="2085975"/>
                </a:cubicBezTo>
                <a:cubicBezTo>
                  <a:pt x="346520" y="2182560"/>
                  <a:pt x="326192" y="2146638"/>
                  <a:pt x="361950" y="2200275"/>
                </a:cubicBezTo>
                <a:cubicBezTo>
                  <a:pt x="365125" y="2212975"/>
                  <a:pt x="367879" y="2225788"/>
                  <a:pt x="371475" y="2238375"/>
                </a:cubicBezTo>
                <a:cubicBezTo>
                  <a:pt x="374233" y="2248029"/>
                  <a:pt x="379580" y="2257011"/>
                  <a:pt x="381000" y="2266950"/>
                </a:cubicBezTo>
                <a:cubicBezTo>
                  <a:pt x="385960" y="2301667"/>
                  <a:pt x="386175" y="2336927"/>
                  <a:pt x="390525" y="2371725"/>
                </a:cubicBezTo>
                <a:cubicBezTo>
                  <a:pt x="392533" y="2387789"/>
                  <a:pt x="397588" y="2403349"/>
                  <a:pt x="400050" y="2419350"/>
                </a:cubicBezTo>
                <a:cubicBezTo>
                  <a:pt x="403942" y="2444650"/>
                  <a:pt x="406192" y="2470177"/>
                  <a:pt x="409575" y="2495550"/>
                </a:cubicBezTo>
                <a:cubicBezTo>
                  <a:pt x="413433" y="2524487"/>
                  <a:pt x="424581" y="2614680"/>
                  <a:pt x="438150" y="2638425"/>
                </a:cubicBezTo>
                <a:cubicBezTo>
                  <a:pt x="451516" y="2661816"/>
                  <a:pt x="474263" y="2678745"/>
                  <a:pt x="495300" y="2695575"/>
                </a:cubicBezTo>
                <a:cubicBezTo>
                  <a:pt x="565616" y="2751828"/>
                  <a:pt x="621189" y="2802281"/>
                  <a:pt x="723900" y="2819400"/>
                </a:cubicBezTo>
                <a:cubicBezTo>
                  <a:pt x="803195" y="2832616"/>
                  <a:pt x="761931" y="2826194"/>
                  <a:pt x="847725" y="2838450"/>
                </a:cubicBezTo>
                <a:cubicBezTo>
                  <a:pt x="1031875" y="2835275"/>
                  <a:pt x="1216315" y="2839740"/>
                  <a:pt x="1400175" y="2828925"/>
                </a:cubicBezTo>
                <a:cubicBezTo>
                  <a:pt x="1433266" y="2826978"/>
                  <a:pt x="1463178" y="2808028"/>
                  <a:pt x="1495425" y="2800350"/>
                </a:cubicBezTo>
                <a:cubicBezTo>
                  <a:pt x="1529957" y="2792128"/>
                  <a:pt x="1565762" y="2789909"/>
                  <a:pt x="1600200" y="2781300"/>
                </a:cubicBezTo>
                <a:cubicBezTo>
                  <a:pt x="1629421" y="2773995"/>
                  <a:pt x="1657559" y="2762856"/>
                  <a:pt x="1685925" y="2752725"/>
                </a:cubicBezTo>
                <a:cubicBezTo>
                  <a:pt x="1702027" y="2746974"/>
                  <a:pt x="1716890" y="2737520"/>
                  <a:pt x="1733550" y="2733675"/>
                </a:cubicBezTo>
                <a:cubicBezTo>
                  <a:pt x="1758492" y="2727919"/>
                  <a:pt x="1784350" y="2727325"/>
                  <a:pt x="1809750" y="2724150"/>
                </a:cubicBezTo>
                <a:cubicBezTo>
                  <a:pt x="1829170" y="2711203"/>
                  <a:pt x="1860180" y="2691293"/>
                  <a:pt x="1876425" y="2676525"/>
                </a:cubicBezTo>
                <a:cubicBezTo>
                  <a:pt x="1899682" y="2655382"/>
                  <a:pt x="1920004" y="2631169"/>
                  <a:pt x="1943100" y="2609850"/>
                </a:cubicBezTo>
                <a:cubicBezTo>
                  <a:pt x="2023086" y="2536017"/>
                  <a:pt x="1981061" y="2594207"/>
                  <a:pt x="2028825" y="2514600"/>
                </a:cubicBezTo>
                <a:cubicBezTo>
                  <a:pt x="2038350" y="2479675"/>
                  <a:pt x="2049260" y="2445099"/>
                  <a:pt x="2057400" y="2409825"/>
                </a:cubicBezTo>
                <a:cubicBezTo>
                  <a:pt x="2086352" y="2284368"/>
                  <a:pt x="2096901" y="2199289"/>
                  <a:pt x="2114550" y="2066925"/>
                </a:cubicBezTo>
                <a:cubicBezTo>
                  <a:pt x="2146029" y="1830832"/>
                  <a:pt x="2139176" y="1893611"/>
                  <a:pt x="2152650" y="1704975"/>
                </a:cubicBezTo>
                <a:cubicBezTo>
                  <a:pt x="2146300" y="1546225"/>
                  <a:pt x="2148584" y="1386894"/>
                  <a:pt x="2133600" y="1228725"/>
                </a:cubicBezTo>
                <a:cubicBezTo>
                  <a:pt x="2119963" y="1084776"/>
                  <a:pt x="2116912" y="935778"/>
                  <a:pt x="2066925" y="800100"/>
                </a:cubicBezTo>
                <a:cubicBezTo>
                  <a:pt x="2034697" y="712624"/>
                  <a:pt x="1987086" y="573748"/>
                  <a:pt x="1943100" y="485775"/>
                </a:cubicBezTo>
                <a:cubicBezTo>
                  <a:pt x="1906894" y="413363"/>
                  <a:pt x="1863528" y="346251"/>
                  <a:pt x="1809750" y="285750"/>
                </a:cubicBezTo>
                <a:cubicBezTo>
                  <a:pt x="1751739" y="220488"/>
                  <a:pt x="1666613" y="138718"/>
                  <a:pt x="1581150" y="114300"/>
                </a:cubicBezTo>
                <a:cubicBezTo>
                  <a:pt x="1495905" y="89944"/>
                  <a:pt x="1537275" y="99050"/>
                  <a:pt x="1457325" y="85725"/>
                </a:cubicBezTo>
                <a:cubicBezTo>
                  <a:pt x="1444625" y="79375"/>
                  <a:pt x="1432924" y="70411"/>
                  <a:pt x="1419225" y="66675"/>
                </a:cubicBezTo>
                <a:cubicBezTo>
                  <a:pt x="1379912" y="55953"/>
                  <a:pt x="1233064" y="48615"/>
                  <a:pt x="1219200" y="47625"/>
                </a:cubicBezTo>
                <a:cubicBezTo>
                  <a:pt x="1203325" y="44450"/>
                  <a:pt x="1187281" y="42027"/>
                  <a:pt x="1171575" y="38100"/>
                </a:cubicBezTo>
                <a:cubicBezTo>
                  <a:pt x="1125443" y="26567"/>
                  <a:pt x="1163637" y="33337"/>
                  <a:pt x="1152525" y="28575"/>
                </a:cubicBez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25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E889-EC95-AF00-36D3-DFF617A9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0BFD-296C-B71C-4A15-22947897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8802"/>
            <a:ext cx="10515600" cy="705136"/>
          </a:xfrm>
        </p:spPr>
        <p:txBody>
          <a:bodyPr/>
          <a:lstStyle/>
          <a:p>
            <a:r>
              <a:rPr lang="en-US" dirty="0"/>
              <a:t>K-means clustering – working principle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412165-8EA6-B20E-76D2-3B487E3F79FE}"/>
              </a:ext>
            </a:extLst>
          </p:cNvPr>
          <p:cNvSpPr txBox="1"/>
          <p:nvPr/>
        </p:nvSpPr>
        <p:spPr>
          <a:xfrm>
            <a:off x="3576636" y="5519110"/>
            <a:ext cx="5038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Recompute cluster centers as average of all points in a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Assign data points to new cluster centers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A9EA9D-5B75-1C41-F141-27F99C3E29A4}"/>
              </a:ext>
            </a:extLst>
          </p:cNvPr>
          <p:cNvGrpSpPr/>
          <p:nvPr/>
        </p:nvGrpSpPr>
        <p:grpSpPr>
          <a:xfrm>
            <a:off x="3895723" y="1361524"/>
            <a:ext cx="4400550" cy="3810000"/>
            <a:chOff x="1190626" y="1943100"/>
            <a:chExt cx="4400550" cy="381000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9E20A43-10A5-560B-5E86-BCCDCEDA157B}"/>
                </a:ext>
              </a:extLst>
            </p:cNvPr>
            <p:cNvGrpSpPr/>
            <p:nvPr/>
          </p:nvGrpSpPr>
          <p:grpSpPr>
            <a:xfrm>
              <a:off x="1190626" y="1943100"/>
              <a:ext cx="4400550" cy="3810000"/>
              <a:chOff x="1190625" y="1943100"/>
              <a:chExt cx="4448175" cy="3219450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6A6A3590-02B6-74AB-3DF4-B613C5561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0625" y="1943100"/>
                <a:ext cx="0" cy="32194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F25BB2E7-6315-A728-C2EE-55E9B0483A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90625" y="5162550"/>
                <a:ext cx="444817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7B62B0B-A073-1B2E-D2AA-2EA64961FE58}"/>
                </a:ext>
              </a:extLst>
            </p:cNvPr>
            <p:cNvSpPr/>
            <p:nvPr/>
          </p:nvSpPr>
          <p:spPr>
            <a:xfrm>
              <a:off x="2039304" y="476250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11B5C08-6652-C3BD-FFA7-B45C9773125F}"/>
                </a:ext>
              </a:extLst>
            </p:cNvPr>
            <p:cNvSpPr/>
            <p:nvPr/>
          </p:nvSpPr>
          <p:spPr>
            <a:xfrm>
              <a:off x="1886904" y="395096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7979E47-BD49-285E-A080-64E3F08986C8}"/>
                </a:ext>
              </a:extLst>
            </p:cNvPr>
            <p:cNvSpPr/>
            <p:nvPr/>
          </p:nvSpPr>
          <p:spPr>
            <a:xfrm>
              <a:off x="1841185" y="438149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D7B7994-21F3-29E4-63A9-0C7389253898}"/>
                </a:ext>
              </a:extLst>
            </p:cNvPr>
            <p:cNvSpPr/>
            <p:nvPr/>
          </p:nvSpPr>
          <p:spPr>
            <a:xfrm>
              <a:off x="1795466" y="318087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B51E013-74E7-878C-742B-0447A727133C}"/>
                </a:ext>
              </a:extLst>
            </p:cNvPr>
            <p:cNvSpPr/>
            <p:nvPr/>
          </p:nvSpPr>
          <p:spPr>
            <a:xfrm>
              <a:off x="2115504" y="3653315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4A54C04-09BD-4593-3B5A-E81F0E87BEEC}"/>
                </a:ext>
              </a:extLst>
            </p:cNvPr>
            <p:cNvSpPr/>
            <p:nvPr/>
          </p:nvSpPr>
          <p:spPr>
            <a:xfrm>
              <a:off x="2298385" y="320182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694B047-658A-06D9-45E6-21EBE0601529}"/>
                </a:ext>
              </a:extLst>
            </p:cNvPr>
            <p:cNvSpPr/>
            <p:nvPr/>
          </p:nvSpPr>
          <p:spPr>
            <a:xfrm>
              <a:off x="2298385" y="410479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AA3CF64-55DF-9859-9F9A-6157A56AA127}"/>
                </a:ext>
              </a:extLst>
            </p:cNvPr>
            <p:cNvSpPr/>
            <p:nvPr/>
          </p:nvSpPr>
          <p:spPr>
            <a:xfrm>
              <a:off x="2526985" y="457961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D051C8C-EEFC-E562-9AD8-4DF2A7376B3F}"/>
                </a:ext>
              </a:extLst>
            </p:cNvPr>
            <p:cNvSpPr/>
            <p:nvPr/>
          </p:nvSpPr>
          <p:spPr>
            <a:xfrm>
              <a:off x="2582230" y="360759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72BB954-6FE1-E492-D931-9CE90AF19E1A}"/>
                </a:ext>
              </a:extLst>
            </p:cNvPr>
            <p:cNvSpPr/>
            <p:nvPr/>
          </p:nvSpPr>
          <p:spPr>
            <a:xfrm>
              <a:off x="2679385" y="483870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7031F614-2F02-6D43-5FF7-1D0099FB6082}"/>
                </a:ext>
              </a:extLst>
            </p:cNvPr>
            <p:cNvSpPr/>
            <p:nvPr/>
          </p:nvSpPr>
          <p:spPr>
            <a:xfrm>
              <a:off x="2828925" y="417338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CBADA47-04F6-0342-5021-20C3BADC3FC5}"/>
                </a:ext>
              </a:extLst>
            </p:cNvPr>
            <p:cNvSpPr/>
            <p:nvPr/>
          </p:nvSpPr>
          <p:spPr>
            <a:xfrm>
              <a:off x="2874644" y="344710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EC2C7C9-2C0A-D3AC-9F29-A20897ADA412}"/>
                </a:ext>
              </a:extLst>
            </p:cNvPr>
            <p:cNvSpPr/>
            <p:nvPr/>
          </p:nvSpPr>
          <p:spPr>
            <a:xfrm>
              <a:off x="2920363" y="460010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C309D78-DEBA-487C-7881-384632AFA250}"/>
                </a:ext>
              </a:extLst>
            </p:cNvPr>
            <p:cNvSpPr/>
            <p:nvPr/>
          </p:nvSpPr>
          <p:spPr>
            <a:xfrm>
              <a:off x="3067050" y="382857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9ED1693-B887-6B93-4571-7D686F6AE2CC}"/>
                </a:ext>
              </a:extLst>
            </p:cNvPr>
            <p:cNvSpPr/>
            <p:nvPr/>
          </p:nvSpPr>
          <p:spPr>
            <a:xfrm>
              <a:off x="2943222" y="31225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CCE6EE7F-97B3-813E-AE70-6D4C45F2E3AF}"/>
                </a:ext>
              </a:extLst>
            </p:cNvPr>
            <p:cNvSpPr/>
            <p:nvPr/>
          </p:nvSpPr>
          <p:spPr>
            <a:xfrm>
              <a:off x="3248022" y="30189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7105225-ACD0-28C6-5680-78E5E763DB36}"/>
                </a:ext>
              </a:extLst>
            </p:cNvPr>
            <p:cNvSpPr/>
            <p:nvPr/>
          </p:nvSpPr>
          <p:spPr>
            <a:xfrm>
              <a:off x="3248022" y="34273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C213EE29-FB4D-D3E5-121A-82D20A7CFFA8}"/>
                </a:ext>
              </a:extLst>
            </p:cNvPr>
            <p:cNvSpPr/>
            <p:nvPr/>
          </p:nvSpPr>
          <p:spPr>
            <a:xfrm>
              <a:off x="3400422" y="35797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A87D77B-91EE-368F-CC3A-5C72439DB53F}"/>
                </a:ext>
              </a:extLst>
            </p:cNvPr>
            <p:cNvSpPr/>
            <p:nvPr/>
          </p:nvSpPr>
          <p:spPr>
            <a:xfrm>
              <a:off x="3345182" y="399668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922D91FA-BA0A-BC06-6CCD-47AA1B536BB4}"/>
                </a:ext>
              </a:extLst>
            </p:cNvPr>
            <p:cNvSpPr/>
            <p:nvPr/>
          </p:nvSpPr>
          <p:spPr>
            <a:xfrm>
              <a:off x="3248021" y="435078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BB221C0-DC18-5EB4-42FF-7387E0CBF49B}"/>
                </a:ext>
              </a:extLst>
            </p:cNvPr>
            <p:cNvSpPr/>
            <p:nvPr/>
          </p:nvSpPr>
          <p:spPr>
            <a:xfrm>
              <a:off x="3629022" y="33556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3F92EE1-6653-EE7C-145F-9E55DE84D941}"/>
                </a:ext>
              </a:extLst>
            </p:cNvPr>
            <p:cNvSpPr/>
            <p:nvPr/>
          </p:nvSpPr>
          <p:spPr>
            <a:xfrm>
              <a:off x="3583303" y="439209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7F950B9-0C9F-E473-E32C-BD6A9E2658CF}"/>
                </a:ext>
              </a:extLst>
            </p:cNvPr>
            <p:cNvSpPr/>
            <p:nvPr/>
          </p:nvSpPr>
          <p:spPr>
            <a:xfrm>
              <a:off x="3674741" y="392501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5AEF06E-C6B0-0CF3-8025-32A43F7840B7}"/>
                </a:ext>
              </a:extLst>
            </p:cNvPr>
            <p:cNvSpPr/>
            <p:nvPr/>
          </p:nvSpPr>
          <p:spPr>
            <a:xfrm>
              <a:off x="3217540" y="464653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B586EE2-6A2B-F710-7616-97D0F1E2D2B7}"/>
                </a:ext>
              </a:extLst>
            </p:cNvPr>
            <p:cNvSpPr/>
            <p:nvPr/>
          </p:nvSpPr>
          <p:spPr>
            <a:xfrm>
              <a:off x="3720460" y="473964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D1715B2-27E8-E252-8453-66B584B5457E}"/>
                </a:ext>
              </a:extLst>
            </p:cNvPr>
            <p:cNvSpPr/>
            <p:nvPr/>
          </p:nvSpPr>
          <p:spPr>
            <a:xfrm>
              <a:off x="3700461" y="370665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0EF3B5D-632F-C54A-7333-12CAFAD7DF02}"/>
                </a:ext>
              </a:extLst>
            </p:cNvPr>
            <p:cNvSpPr/>
            <p:nvPr/>
          </p:nvSpPr>
          <p:spPr>
            <a:xfrm>
              <a:off x="3850001" y="304133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706E670-792B-C8F3-7A27-09A7AA7F411D}"/>
                </a:ext>
              </a:extLst>
            </p:cNvPr>
            <p:cNvSpPr/>
            <p:nvPr/>
          </p:nvSpPr>
          <p:spPr>
            <a:xfrm>
              <a:off x="3941439" y="346805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636A9B4-A283-1350-F7AE-E4420FDA44CD}"/>
                </a:ext>
              </a:extLst>
            </p:cNvPr>
            <p:cNvSpPr/>
            <p:nvPr/>
          </p:nvSpPr>
          <p:spPr>
            <a:xfrm>
              <a:off x="4088126" y="269652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AF8E61D-EBF9-287B-9C86-9664B9AC010E}"/>
                </a:ext>
              </a:extLst>
            </p:cNvPr>
            <p:cNvSpPr/>
            <p:nvPr/>
          </p:nvSpPr>
          <p:spPr>
            <a:xfrm>
              <a:off x="4366258" y="286464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768678D-CC1F-0FF6-7886-8389E293D5ED}"/>
                </a:ext>
              </a:extLst>
            </p:cNvPr>
            <p:cNvSpPr/>
            <p:nvPr/>
          </p:nvSpPr>
          <p:spPr>
            <a:xfrm>
              <a:off x="4269097" y="321874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A07656B-F972-369B-DACB-91718748329F}"/>
                </a:ext>
              </a:extLst>
            </p:cNvPr>
            <p:cNvSpPr/>
            <p:nvPr/>
          </p:nvSpPr>
          <p:spPr>
            <a:xfrm>
              <a:off x="4604379" y="326005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7332B45-5D09-AC65-1BC9-E18267E64D0A}"/>
                </a:ext>
              </a:extLst>
            </p:cNvPr>
            <p:cNvSpPr/>
            <p:nvPr/>
          </p:nvSpPr>
          <p:spPr>
            <a:xfrm>
              <a:off x="4695817" y="279297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891C68D-006B-1D66-0911-44FC9A40155B}"/>
                </a:ext>
              </a:extLst>
            </p:cNvPr>
            <p:cNvSpPr/>
            <p:nvPr/>
          </p:nvSpPr>
          <p:spPr>
            <a:xfrm>
              <a:off x="4238616" y="35144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2BC24DE-B0C0-106E-0F59-C76F9C8F7DF6}"/>
                </a:ext>
              </a:extLst>
            </p:cNvPr>
            <p:cNvSpPr/>
            <p:nvPr/>
          </p:nvSpPr>
          <p:spPr>
            <a:xfrm>
              <a:off x="4741536" y="360759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BBD38AB-E948-5F09-86FA-105C9469097D}"/>
                </a:ext>
              </a:extLst>
            </p:cNvPr>
            <p:cNvSpPr/>
            <p:nvPr/>
          </p:nvSpPr>
          <p:spPr>
            <a:xfrm>
              <a:off x="3811902" y="498347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07C0F6F-A38C-C964-2790-6D35C07720B2}"/>
                </a:ext>
              </a:extLst>
            </p:cNvPr>
            <p:cNvSpPr/>
            <p:nvPr/>
          </p:nvSpPr>
          <p:spPr>
            <a:xfrm>
              <a:off x="3961442" y="431816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78E9DACF-7D98-6E75-2FC9-3D1EF558A641}"/>
                </a:ext>
              </a:extLst>
            </p:cNvPr>
            <p:cNvSpPr/>
            <p:nvPr/>
          </p:nvSpPr>
          <p:spPr>
            <a:xfrm>
              <a:off x="4052880" y="474487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8AA76A1-BE24-3BE2-8BFB-2B4D413A8C14}"/>
                </a:ext>
              </a:extLst>
            </p:cNvPr>
            <p:cNvSpPr/>
            <p:nvPr/>
          </p:nvSpPr>
          <p:spPr>
            <a:xfrm>
              <a:off x="4199567" y="39733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D21A06B-3F57-B5A3-D8EB-2A0D85F87B93}"/>
                </a:ext>
              </a:extLst>
            </p:cNvPr>
            <p:cNvSpPr/>
            <p:nvPr/>
          </p:nvSpPr>
          <p:spPr>
            <a:xfrm>
              <a:off x="4477699" y="414146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C180F1E-6128-56B3-1D25-5B88940ACE2B}"/>
                </a:ext>
              </a:extLst>
            </p:cNvPr>
            <p:cNvSpPr/>
            <p:nvPr/>
          </p:nvSpPr>
          <p:spPr>
            <a:xfrm>
              <a:off x="4380538" y="449556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29A5B27A-703A-C8AF-C3F1-A47DE6AAF314}"/>
                </a:ext>
              </a:extLst>
            </p:cNvPr>
            <p:cNvSpPr/>
            <p:nvPr/>
          </p:nvSpPr>
          <p:spPr>
            <a:xfrm>
              <a:off x="4715820" y="4536877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D0B0A686-325E-A7E5-13E0-FEA37888141E}"/>
                </a:ext>
              </a:extLst>
            </p:cNvPr>
            <p:cNvSpPr/>
            <p:nvPr/>
          </p:nvSpPr>
          <p:spPr>
            <a:xfrm>
              <a:off x="4807258" y="4069795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3B9B81E-4D49-1A9D-D8D0-4DFF0B1D8B3C}"/>
                </a:ext>
              </a:extLst>
            </p:cNvPr>
            <p:cNvSpPr/>
            <p:nvPr/>
          </p:nvSpPr>
          <p:spPr>
            <a:xfrm>
              <a:off x="4350057" y="479131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86E953E-E0B1-157F-51A6-8756B8DFA848}"/>
                </a:ext>
              </a:extLst>
            </p:cNvPr>
            <p:cNvSpPr/>
            <p:nvPr/>
          </p:nvSpPr>
          <p:spPr>
            <a:xfrm>
              <a:off x="4852977" y="488441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27FB2AA-4F8D-0F38-A57E-50C3FC4EDC9C}"/>
              </a:ext>
            </a:extLst>
          </p:cNvPr>
          <p:cNvSpPr/>
          <p:nvPr/>
        </p:nvSpPr>
        <p:spPr>
          <a:xfrm>
            <a:off x="4143375" y="2143125"/>
            <a:ext cx="2085975" cy="2428875"/>
          </a:xfrm>
          <a:custGeom>
            <a:avLst/>
            <a:gdLst>
              <a:gd name="csX0" fmla="*/ 2019300 w 2085975"/>
              <a:gd name="csY0" fmla="*/ 1457325 h 2428875"/>
              <a:gd name="csX1" fmla="*/ 2038350 w 2085975"/>
              <a:gd name="csY1" fmla="*/ 1190625 h 2428875"/>
              <a:gd name="csX2" fmla="*/ 2047875 w 2085975"/>
              <a:gd name="csY2" fmla="*/ 1162050 h 2428875"/>
              <a:gd name="csX3" fmla="*/ 2066925 w 2085975"/>
              <a:gd name="csY3" fmla="*/ 1076325 h 2428875"/>
              <a:gd name="csX4" fmla="*/ 2085975 w 2085975"/>
              <a:gd name="csY4" fmla="*/ 1019175 h 2428875"/>
              <a:gd name="csX5" fmla="*/ 2076450 w 2085975"/>
              <a:gd name="csY5" fmla="*/ 657225 h 2428875"/>
              <a:gd name="csX6" fmla="*/ 2057400 w 2085975"/>
              <a:gd name="csY6" fmla="*/ 619125 h 2428875"/>
              <a:gd name="csX7" fmla="*/ 2038350 w 2085975"/>
              <a:gd name="csY7" fmla="*/ 552450 h 2428875"/>
              <a:gd name="csX8" fmla="*/ 1962150 w 2085975"/>
              <a:gd name="csY8" fmla="*/ 371475 h 2428875"/>
              <a:gd name="csX9" fmla="*/ 1895475 w 2085975"/>
              <a:gd name="csY9" fmla="*/ 285750 h 2428875"/>
              <a:gd name="csX10" fmla="*/ 1762125 w 2085975"/>
              <a:gd name="csY10" fmla="*/ 142875 h 2428875"/>
              <a:gd name="csX11" fmla="*/ 1628775 w 2085975"/>
              <a:gd name="csY11" fmla="*/ 57150 h 2428875"/>
              <a:gd name="csX12" fmla="*/ 1590675 w 2085975"/>
              <a:gd name="csY12" fmla="*/ 38100 h 2428875"/>
              <a:gd name="csX13" fmla="*/ 1466850 w 2085975"/>
              <a:gd name="csY13" fmla="*/ 19050 h 2428875"/>
              <a:gd name="csX14" fmla="*/ 1295400 w 2085975"/>
              <a:gd name="csY14" fmla="*/ 0 h 2428875"/>
              <a:gd name="csX15" fmla="*/ 676275 w 2085975"/>
              <a:gd name="csY15" fmla="*/ 47625 h 2428875"/>
              <a:gd name="csX16" fmla="*/ 523875 w 2085975"/>
              <a:gd name="csY16" fmla="*/ 76200 h 2428875"/>
              <a:gd name="csX17" fmla="*/ 409575 w 2085975"/>
              <a:gd name="csY17" fmla="*/ 104775 h 2428875"/>
              <a:gd name="csX18" fmla="*/ 342900 w 2085975"/>
              <a:gd name="csY18" fmla="*/ 142875 h 2428875"/>
              <a:gd name="csX19" fmla="*/ 190500 w 2085975"/>
              <a:gd name="csY19" fmla="*/ 352425 h 2428875"/>
              <a:gd name="csX20" fmla="*/ 133350 w 2085975"/>
              <a:gd name="csY20" fmla="*/ 504825 h 2428875"/>
              <a:gd name="csX21" fmla="*/ 28575 w 2085975"/>
              <a:gd name="csY21" fmla="*/ 923925 h 2428875"/>
              <a:gd name="csX22" fmla="*/ 9525 w 2085975"/>
              <a:gd name="csY22" fmla="*/ 1219200 h 2428875"/>
              <a:gd name="csX23" fmla="*/ 0 w 2085975"/>
              <a:gd name="csY23" fmla="*/ 1371600 h 2428875"/>
              <a:gd name="csX24" fmla="*/ 28575 w 2085975"/>
              <a:gd name="csY24" fmla="*/ 1743075 h 2428875"/>
              <a:gd name="csX25" fmla="*/ 85725 w 2085975"/>
              <a:gd name="csY25" fmla="*/ 1905000 h 2428875"/>
              <a:gd name="csX26" fmla="*/ 228600 w 2085975"/>
              <a:gd name="csY26" fmla="*/ 2181225 h 2428875"/>
              <a:gd name="csX27" fmla="*/ 276225 w 2085975"/>
              <a:gd name="csY27" fmla="*/ 2228850 h 2428875"/>
              <a:gd name="csX28" fmla="*/ 371475 w 2085975"/>
              <a:gd name="csY28" fmla="*/ 2276475 h 2428875"/>
              <a:gd name="csX29" fmla="*/ 581025 w 2085975"/>
              <a:gd name="csY29" fmla="*/ 2352675 h 2428875"/>
              <a:gd name="csX30" fmla="*/ 762000 w 2085975"/>
              <a:gd name="csY30" fmla="*/ 2400300 h 2428875"/>
              <a:gd name="csX31" fmla="*/ 1095375 w 2085975"/>
              <a:gd name="csY31" fmla="*/ 2428875 h 2428875"/>
              <a:gd name="csX32" fmla="*/ 1543050 w 2085975"/>
              <a:gd name="csY32" fmla="*/ 2419350 h 2428875"/>
              <a:gd name="csX33" fmla="*/ 1647825 w 2085975"/>
              <a:gd name="csY33" fmla="*/ 2400300 h 2428875"/>
              <a:gd name="csX34" fmla="*/ 1685925 w 2085975"/>
              <a:gd name="csY34" fmla="*/ 2362200 h 2428875"/>
              <a:gd name="csX35" fmla="*/ 1743075 w 2085975"/>
              <a:gd name="csY35" fmla="*/ 2333625 h 2428875"/>
              <a:gd name="csX36" fmla="*/ 1790700 w 2085975"/>
              <a:gd name="csY36" fmla="*/ 2295525 h 2428875"/>
              <a:gd name="csX37" fmla="*/ 1847850 w 2085975"/>
              <a:gd name="csY37" fmla="*/ 2257425 h 2428875"/>
              <a:gd name="csX38" fmla="*/ 1943100 w 2085975"/>
              <a:gd name="csY38" fmla="*/ 2124075 h 2428875"/>
              <a:gd name="csX39" fmla="*/ 1971675 w 2085975"/>
              <a:gd name="csY39" fmla="*/ 2076450 h 2428875"/>
              <a:gd name="csX40" fmla="*/ 2009775 w 2085975"/>
              <a:gd name="csY40" fmla="*/ 1990725 h 2428875"/>
              <a:gd name="csX41" fmla="*/ 2019300 w 2085975"/>
              <a:gd name="csY41" fmla="*/ 1962150 h 2428875"/>
              <a:gd name="csX42" fmla="*/ 2019300 w 2085975"/>
              <a:gd name="csY42" fmla="*/ 1457325 h 2428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085975" h="2428875">
                <a:moveTo>
                  <a:pt x="2019300" y="1457325"/>
                </a:moveTo>
                <a:cubicBezTo>
                  <a:pt x="2022475" y="1328738"/>
                  <a:pt x="2019132" y="1277108"/>
                  <a:pt x="2038350" y="1190625"/>
                </a:cubicBezTo>
                <a:cubicBezTo>
                  <a:pt x="2040528" y="1180824"/>
                  <a:pt x="2045440" y="1171790"/>
                  <a:pt x="2047875" y="1162050"/>
                </a:cubicBezTo>
                <a:cubicBezTo>
                  <a:pt x="2061470" y="1107668"/>
                  <a:pt x="2052258" y="1125215"/>
                  <a:pt x="2066925" y="1076325"/>
                </a:cubicBezTo>
                <a:cubicBezTo>
                  <a:pt x="2072695" y="1057091"/>
                  <a:pt x="2085975" y="1019175"/>
                  <a:pt x="2085975" y="1019175"/>
                </a:cubicBezTo>
                <a:cubicBezTo>
                  <a:pt x="2082800" y="898525"/>
                  <a:pt x="2085049" y="777610"/>
                  <a:pt x="2076450" y="657225"/>
                </a:cubicBezTo>
                <a:cubicBezTo>
                  <a:pt x="2075438" y="643062"/>
                  <a:pt x="2062252" y="632469"/>
                  <a:pt x="2057400" y="619125"/>
                </a:cubicBezTo>
                <a:cubicBezTo>
                  <a:pt x="2049501" y="597402"/>
                  <a:pt x="2045244" y="574512"/>
                  <a:pt x="2038350" y="552450"/>
                </a:cubicBezTo>
                <a:cubicBezTo>
                  <a:pt x="2016835" y="483601"/>
                  <a:pt x="2001696" y="434090"/>
                  <a:pt x="1962150" y="371475"/>
                </a:cubicBezTo>
                <a:cubicBezTo>
                  <a:pt x="1942819" y="340868"/>
                  <a:pt x="1918650" y="313560"/>
                  <a:pt x="1895475" y="285750"/>
                </a:cubicBezTo>
                <a:cubicBezTo>
                  <a:pt x="1870335" y="255583"/>
                  <a:pt x="1797716" y="173721"/>
                  <a:pt x="1762125" y="142875"/>
                </a:cubicBezTo>
                <a:cubicBezTo>
                  <a:pt x="1665687" y="59296"/>
                  <a:pt x="1708697" y="92671"/>
                  <a:pt x="1628775" y="57150"/>
                </a:cubicBezTo>
                <a:cubicBezTo>
                  <a:pt x="1615800" y="51383"/>
                  <a:pt x="1604275" y="42180"/>
                  <a:pt x="1590675" y="38100"/>
                </a:cubicBezTo>
                <a:cubicBezTo>
                  <a:pt x="1579489" y="34744"/>
                  <a:pt x="1473469" y="19844"/>
                  <a:pt x="1466850" y="19050"/>
                </a:cubicBezTo>
                <a:lnTo>
                  <a:pt x="1295400" y="0"/>
                </a:lnTo>
                <a:cubicBezTo>
                  <a:pt x="679423" y="12833"/>
                  <a:pt x="1024172" y="-26171"/>
                  <a:pt x="676275" y="47625"/>
                </a:cubicBezTo>
                <a:cubicBezTo>
                  <a:pt x="625715" y="58350"/>
                  <a:pt x="574727" y="66954"/>
                  <a:pt x="523875" y="76200"/>
                </a:cubicBezTo>
                <a:cubicBezTo>
                  <a:pt x="476018" y="84901"/>
                  <a:pt x="454790" y="83907"/>
                  <a:pt x="409575" y="104775"/>
                </a:cubicBezTo>
                <a:cubicBezTo>
                  <a:pt x="386333" y="115502"/>
                  <a:pt x="365125" y="130175"/>
                  <a:pt x="342900" y="142875"/>
                </a:cubicBezTo>
                <a:cubicBezTo>
                  <a:pt x="296554" y="200807"/>
                  <a:pt x="223418" y="286589"/>
                  <a:pt x="190500" y="352425"/>
                </a:cubicBezTo>
                <a:cubicBezTo>
                  <a:pt x="166237" y="400952"/>
                  <a:pt x="150088" y="453217"/>
                  <a:pt x="133350" y="504825"/>
                </a:cubicBezTo>
                <a:cubicBezTo>
                  <a:pt x="77011" y="678538"/>
                  <a:pt x="67932" y="742884"/>
                  <a:pt x="28575" y="923925"/>
                </a:cubicBezTo>
                <a:cubicBezTo>
                  <a:pt x="22225" y="1022350"/>
                  <a:pt x="15808" y="1120771"/>
                  <a:pt x="9525" y="1219200"/>
                </a:cubicBezTo>
                <a:cubicBezTo>
                  <a:pt x="6283" y="1269996"/>
                  <a:pt x="0" y="1371600"/>
                  <a:pt x="0" y="1371600"/>
                </a:cubicBezTo>
                <a:cubicBezTo>
                  <a:pt x="9525" y="1495425"/>
                  <a:pt x="8869" y="1620458"/>
                  <a:pt x="28575" y="1743075"/>
                </a:cubicBezTo>
                <a:cubicBezTo>
                  <a:pt x="37657" y="1799588"/>
                  <a:pt x="65627" y="1851406"/>
                  <a:pt x="85725" y="1905000"/>
                </a:cubicBezTo>
                <a:cubicBezTo>
                  <a:pt x="118110" y="1991361"/>
                  <a:pt x="160868" y="2113493"/>
                  <a:pt x="228600" y="2181225"/>
                </a:cubicBezTo>
                <a:cubicBezTo>
                  <a:pt x="244475" y="2197100"/>
                  <a:pt x="257545" y="2216397"/>
                  <a:pt x="276225" y="2228850"/>
                </a:cubicBezTo>
                <a:cubicBezTo>
                  <a:pt x="305761" y="2248541"/>
                  <a:pt x="339394" y="2261279"/>
                  <a:pt x="371475" y="2276475"/>
                </a:cubicBezTo>
                <a:cubicBezTo>
                  <a:pt x="462347" y="2319519"/>
                  <a:pt x="474704" y="2322772"/>
                  <a:pt x="581025" y="2352675"/>
                </a:cubicBezTo>
                <a:cubicBezTo>
                  <a:pt x="641074" y="2369564"/>
                  <a:pt x="700768" y="2388394"/>
                  <a:pt x="762000" y="2400300"/>
                </a:cubicBezTo>
                <a:cubicBezTo>
                  <a:pt x="859804" y="2419317"/>
                  <a:pt x="997064" y="2423413"/>
                  <a:pt x="1095375" y="2428875"/>
                </a:cubicBezTo>
                <a:cubicBezTo>
                  <a:pt x="1244600" y="2425700"/>
                  <a:pt x="1393990" y="2427060"/>
                  <a:pt x="1543050" y="2419350"/>
                </a:cubicBezTo>
                <a:cubicBezTo>
                  <a:pt x="1578500" y="2417516"/>
                  <a:pt x="1614866" y="2413483"/>
                  <a:pt x="1647825" y="2400300"/>
                </a:cubicBezTo>
                <a:cubicBezTo>
                  <a:pt x="1664501" y="2393630"/>
                  <a:pt x="1671211" y="2372500"/>
                  <a:pt x="1685925" y="2362200"/>
                </a:cubicBezTo>
                <a:cubicBezTo>
                  <a:pt x="1703373" y="2349986"/>
                  <a:pt x="1725106" y="2345060"/>
                  <a:pt x="1743075" y="2333625"/>
                </a:cubicBezTo>
                <a:cubicBezTo>
                  <a:pt x="1760227" y="2322710"/>
                  <a:pt x="1774258" y="2307482"/>
                  <a:pt x="1790700" y="2295525"/>
                </a:cubicBezTo>
                <a:cubicBezTo>
                  <a:pt x="1809216" y="2282059"/>
                  <a:pt x="1828800" y="2270125"/>
                  <a:pt x="1847850" y="2257425"/>
                </a:cubicBezTo>
                <a:cubicBezTo>
                  <a:pt x="1912155" y="2150251"/>
                  <a:pt x="1831613" y="2280157"/>
                  <a:pt x="1943100" y="2124075"/>
                </a:cubicBezTo>
                <a:cubicBezTo>
                  <a:pt x="1953861" y="2109010"/>
                  <a:pt x="1962684" y="2092634"/>
                  <a:pt x="1971675" y="2076450"/>
                </a:cubicBezTo>
                <a:cubicBezTo>
                  <a:pt x="1988326" y="2046478"/>
                  <a:pt x="1997548" y="2023331"/>
                  <a:pt x="2009775" y="1990725"/>
                </a:cubicBezTo>
                <a:cubicBezTo>
                  <a:pt x="2013300" y="1981324"/>
                  <a:pt x="2016125" y="1971675"/>
                  <a:pt x="2019300" y="1962150"/>
                </a:cubicBezTo>
                <a:cubicBezTo>
                  <a:pt x="2044954" y="1731268"/>
                  <a:pt x="2016125" y="1585912"/>
                  <a:pt x="2019300" y="1457325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C8B0B025-6EFB-0AD1-F3FF-D9CCC72FE73A}"/>
              </a:ext>
            </a:extLst>
          </p:cNvPr>
          <p:cNvSpPr/>
          <p:nvPr/>
        </p:nvSpPr>
        <p:spPr>
          <a:xfrm>
            <a:off x="6200775" y="1905000"/>
            <a:ext cx="2124075" cy="2809875"/>
          </a:xfrm>
          <a:custGeom>
            <a:avLst/>
            <a:gdLst>
              <a:gd name="csX0" fmla="*/ 619125 w 2124075"/>
              <a:gd name="csY0" fmla="*/ 123825 h 2809875"/>
              <a:gd name="csX1" fmla="*/ 533400 w 2124075"/>
              <a:gd name="csY1" fmla="*/ 171450 h 2809875"/>
              <a:gd name="csX2" fmla="*/ 485775 w 2124075"/>
              <a:gd name="csY2" fmla="*/ 190500 h 2809875"/>
              <a:gd name="csX3" fmla="*/ 447675 w 2124075"/>
              <a:gd name="csY3" fmla="*/ 219075 h 2809875"/>
              <a:gd name="csX4" fmla="*/ 409575 w 2124075"/>
              <a:gd name="csY4" fmla="*/ 238125 h 2809875"/>
              <a:gd name="csX5" fmla="*/ 352425 w 2124075"/>
              <a:gd name="csY5" fmla="*/ 276225 h 2809875"/>
              <a:gd name="csX6" fmla="*/ 333375 w 2124075"/>
              <a:gd name="csY6" fmla="*/ 304800 h 2809875"/>
              <a:gd name="csX7" fmla="*/ 285750 w 2124075"/>
              <a:gd name="csY7" fmla="*/ 352425 h 2809875"/>
              <a:gd name="csX8" fmla="*/ 276225 w 2124075"/>
              <a:gd name="csY8" fmla="*/ 381000 h 2809875"/>
              <a:gd name="csX9" fmla="*/ 238125 w 2124075"/>
              <a:gd name="csY9" fmla="*/ 419100 h 2809875"/>
              <a:gd name="csX10" fmla="*/ 200025 w 2124075"/>
              <a:gd name="csY10" fmla="*/ 495300 h 2809875"/>
              <a:gd name="csX11" fmla="*/ 161925 w 2124075"/>
              <a:gd name="csY11" fmla="*/ 590550 h 2809875"/>
              <a:gd name="csX12" fmla="*/ 142875 w 2124075"/>
              <a:gd name="csY12" fmla="*/ 628650 h 2809875"/>
              <a:gd name="csX13" fmla="*/ 104775 w 2124075"/>
              <a:gd name="csY13" fmla="*/ 723900 h 2809875"/>
              <a:gd name="csX14" fmla="*/ 95250 w 2124075"/>
              <a:gd name="csY14" fmla="*/ 1114425 h 2809875"/>
              <a:gd name="csX15" fmla="*/ 76200 w 2124075"/>
              <a:gd name="csY15" fmla="*/ 1333500 h 2809875"/>
              <a:gd name="csX16" fmla="*/ 66675 w 2124075"/>
              <a:gd name="csY16" fmla="*/ 1419225 h 2809875"/>
              <a:gd name="csX17" fmla="*/ 57150 w 2124075"/>
              <a:gd name="csY17" fmla="*/ 1447800 h 2809875"/>
              <a:gd name="csX18" fmla="*/ 47625 w 2124075"/>
              <a:gd name="csY18" fmla="*/ 1524000 h 2809875"/>
              <a:gd name="csX19" fmla="*/ 38100 w 2124075"/>
              <a:gd name="csY19" fmla="*/ 1619250 h 2809875"/>
              <a:gd name="csX20" fmla="*/ 19050 w 2124075"/>
              <a:gd name="csY20" fmla="*/ 1714500 h 2809875"/>
              <a:gd name="csX21" fmla="*/ 0 w 2124075"/>
              <a:gd name="csY21" fmla="*/ 1838325 h 2809875"/>
              <a:gd name="csX22" fmla="*/ 9525 w 2124075"/>
              <a:gd name="csY22" fmla="*/ 2171700 h 2809875"/>
              <a:gd name="csX23" fmla="*/ 19050 w 2124075"/>
              <a:gd name="csY23" fmla="*/ 2209800 h 2809875"/>
              <a:gd name="csX24" fmla="*/ 57150 w 2124075"/>
              <a:gd name="csY24" fmla="*/ 2305050 h 2809875"/>
              <a:gd name="csX25" fmla="*/ 66675 w 2124075"/>
              <a:gd name="csY25" fmla="*/ 2362200 h 2809875"/>
              <a:gd name="csX26" fmla="*/ 114300 w 2124075"/>
              <a:gd name="csY26" fmla="*/ 2438400 h 2809875"/>
              <a:gd name="csX27" fmla="*/ 133350 w 2124075"/>
              <a:gd name="csY27" fmla="*/ 2476500 h 2809875"/>
              <a:gd name="csX28" fmla="*/ 180975 w 2124075"/>
              <a:gd name="csY28" fmla="*/ 2552700 h 2809875"/>
              <a:gd name="csX29" fmla="*/ 228600 w 2124075"/>
              <a:gd name="csY29" fmla="*/ 2638425 h 2809875"/>
              <a:gd name="csX30" fmla="*/ 257175 w 2124075"/>
              <a:gd name="csY30" fmla="*/ 2695575 h 2809875"/>
              <a:gd name="csX31" fmla="*/ 390525 w 2124075"/>
              <a:gd name="csY31" fmla="*/ 2771775 h 2809875"/>
              <a:gd name="csX32" fmla="*/ 466725 w 2124075"/>
              <a:gd name="csY32" fmla="*/ 2781300 h 2809875"/>
              <a:gd name="csX33" fmla="*/ 561975 w 2124075"/>
              <a:gd name="csY33" fmla="*/ 2790825 h 2809875"/>
              <a:gd name="csX34" fmla="*/ 923925 w 2124075"/>
              <a:gd name="csY34" fmla="*/ 2809875 h 2809875"/>
              <a:gd name="csX35" fmla="*/ 1390650 w 2124075"/>
              <a:gd name="csY35" fmla="*/ 2800350 h 2809875"/>
              <a:gd name="csX36" fmla="*/ 1543050 w 2124075"/>
              <a:gd name="csY36" fmla="*/ 2733675 h 2809875"/>
              <a:gd name="csX37" fmla="*/ 1762125 w 2124075"/>
              <a:gd name="csY37" fmla="*/ 2571750 h 2809875"/>
              <a:gd name="csX38" fmla="*/ 1914525 w 2124075"/>
              <a:gd name="csY38" fmla="*/ 2428875 h 2809875"/>
              <a:gd name="csX39" fmla="*/ 2019300 w 2124075"/>
              <a:gd name="csY39" fmla="*/ 2286000 h 2809875"/>
              <a:gd name="csX40" fmla="*/ 2076450 w 2124075"/>
              <a:gd name="csY40" fmla="*/ 2124075 h 2809875"/>
              <a:gd name="csX41" fmla="*/ 2124075 w 2124075"/>
              <a:gd name="csY41" fmla="*/ 1724025 h 2809875"/>
              <a:gd name="csX42" fmla="*/ 2095500 w 2124075"/>
              <a:gd name="csY42" fmla="*/ 1209675 h 2809875"/>
              <a:gd name="csX43" fmla="*/ 2057400 w 2124075"/>
              <a:gd name="csY43" fmla="*/ 990600 h 2809875"/>
              <a:gd name="csX44" fmla="*/ 1971675 w 2124075"/>
              <a:gd name="csY44" fmla="*/ 600075 h 2809875"/>
              <a:gd name="csX45" fmla="*/ 1819275 w 2124075"/>
              <a:gd name="csY45" fmla="*/ 276225 h 2809875"/>
              <a:gd name="csX46" fmla="*/ 1657350 w 2124075"/>
              <a:gd name="csY46" fmla="*/ 85725 h 2809875"/>
              <a:gd name="csX47" fmla="*/ 1581150 w 2124075"/>
              <a:gd name="csY47" fmla="*/ 47625 h 2809875"/>
              <a:gd name="csX48" fmla="*/ 1371600 w 2124075"/>
              <a:gd name="csY48" fmla="*/ 0 h 2809875"/>
              <a:gd name="csX49" fmla="*/ 838200 w 2124075"/>
              <a:gd name="csY49" fmla="*/ 9525 h 2809875"/>
              <a:gd name="csX50" fmla="*/ 742950 w 2124075"/>
              <a:gd name="csY50" fmla="*/ 28575 h 2809875"/>
              <a:gd name="csX51" fmla="*/ 666750 w 2124075"/>
              <a:gd name="csY51" fmla="*/ 57150 h 2809875"/>
              <a:gd name="csX52" fmla="*/ 619125 w 2124075"/>
              <a:gd name="csY52" fmla="*/ 66675 h 2809875"/>
              <a:gd name="csX53" fmla="*/ 590550 w 2124075"/>
              <a:gd name="csY53" fmla="*/ 85725 h 2809875"/>
              <a:gd name="csX54" fmla="*/ 552450 w 2124075"/>
              <a:gd name="csY54" fmla="*/ 104775 h 2809875"/>
              <a:gd name="csX55" fmla="*/ 514350 w 2124075"/>
              <a:gd name="csY55" fmla="*/ 142875 h 2809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2124075" h="2809875">
                <a:moveTo>
                  <a:pt x="619125" y="123825"/>
                </a:moveTo>
                <a:cubicBezTo>
                  <a:pt x="521987" y="143253"/>
                  <a:pt x="618339" y="114824"/>
                  <a:pt x="533400" y="171450"/>
                </a:cubicBezTo>
                <a:cubicBezTo>
                  <a:pt x="519174" y="180934"/>
                  <a:pt x="500721" y="182197"/>
                  <a:pt x="485775" y="190500"/>
                </a:cubicBezTo>
                <a:cubicBezTo>
                  <a:pt x="471898" y="198210"/>
                  <a:pt x="461137" y="210661"/>
                  <a:pt x="447675" y="219075"/>
                </a:cubicBezTo>
                <a:cubicBezTo>
                  <a:pt x="435634" y="226600"/>
                  <a:pt x="421751" y="230820"/>
                  <a:pt x="409575" y="238125"/>
                </a:cubicBezTo>
                <a:cubicBezTo>
                  <a:pt x="389942" y="249905"/>
                  <a:pt x="371475" y="263525"/>
                  <a:pt x="352425" y="276225"/>
                </a:cubicBezTo>
                <a:cubicBezTo>
                  <a:pt x="346075" y="285750"/>
                  <a:pt x="340913" y="296185"/>
                  <a:pt x="333375" y="304800"/>
                </a:cubicBezTo>
                <a:cubicBezTo>
                  <a:pt x="318591" y="321696"/>
                  <a:pt x="299220" y="334464"/>
                  <a:pt x="285750" y="352425"/>
                </a:cubicBezTo>
                <a:cubicBezTo>
                  <a:pt x="279726" y="360457"/>
                  <a:pt x="282061" y="372830"/>
                  <a:pt x="276225" y="381000"/>
                </a:cubicBezTo>
                <a:cubicBezTo>
                  <a:pt x="265786" y="395615"/>
                  <a:pt x="248088" y="404156"/>
                  <a:pt x="238125" y="419100"/>
                </a:cubicBezTo>
                <a:cubicBezTo>
                  <a:pt x="222373" y="442729"/>
                  <a:pt x="210572" y="468933"/>
                  <a:pt x="200025" y="495300"/>
                </a:cubicBezTo>
                <a:cubicBezTo>
                  <a:pt x="187325" y="527050"/>
                  <a:pt x="177218" y="559964"/>
                  <a:pt x="161925" y="590550"/>
                </a:cubicBezTo>
                <a:cubicBezTo>
                  <a:pt x="155575" y="603250"/>
                  <a:pt x="148148" y="615467"/>
                  <a:pt x="142875" y="628650"/>
                </a:cubicBezTo>
                <a:cubicBezTo>
                  <a:pt x="95795" y="746351"/>
                  <a:pt x="149451" y="634549"/>
                  <a:pt x="104775" y="723900"/>
                </a:cubicBezTo>
                <a:cubicBezTo>
                  <a:pt x="101600" y="854075"/>
                  <a:pt x="101347" y="984354"/>
                  <a:pt x="95250" y="1114425"/>
                </a:cubicBezTo>
                <a:cubicBezTo>
                  <a:pt x="91818" y="1187645"/>
                  <a:pt x="84295" y="1260648"/>
                  <a:pt x="76200" y="1333500"/>
                </a:cubicBezTo>
                <a:cubicBezTo>
                  <a:pt x="73025" y="1362075"/>
                  <a:pt x="71402" y="1390865"/>
                  <a:pt x="66675" y="1419225"/>
                </a:cubicBezTo>
                <a:cubicBezTo>
                  <a:pt x="65024" y="1429129"/>
                  <a:pt x="60325" y="1438275"/>
                  <a:pt x="57150" y="1447800"/>
                </a:cubicBezTo>
                <a:cubicBezTo>
                  <a:pt x="53975" y="1473200"/>
                  <a:pt x="50452" y="1498559"/>
                  <a:pt x="47625" y="1524000"/>
                </a:cubicBezTo>
                <a:cubicBezTo>
                  <a:pt x="44101" y="1555713"/>
                  <a:pt x="42058" y="1587588"/>
                  <a:pt x="38100" y="1619250"/>
                </a:cubicBezTo>
                <a:cubicBezTo>
                  <a:pt x="27220" y="1706289"/>
                  <a:pt x="32719" y="1646157"/>
                  <a:pt x="19050" y="1714500"/>
                </a:cubicBezTo>
                <a:cubicBezTo>
                  <a:pt x="12442" y="1747540"/>
                  <a:pt x="4575" y="1806302"/>
                  <a:pt x="0" y="1838325"/>
                </a:cubicBezTo>
                <a:cubicBezTo>
                  <a:pt x="3175" y="1949450"/>
                  <a:pt x="3831" y="2060676"/>
                  <a:pt x="9525" y="2171700"/>
                </a:cubicBezTo>
                <a:cubicBezTo>
                  <a:pt x="10195" y="2184774"/>
                  <a:pt x="14647" y="2197472"/>
                  <a:pt x="19050" y="2209800"/>
                </a:cubicBezTo>
                <a:cubicBezTo>
                  <a:pt x="30551" y="2242004"/>
                  <a:pt x="44450" y="2273300"/>
                  <a:pt x="57150" y="2305050"/>
                </a:cubicBezTo>
                <a:cubicBezTo>
                  <a:pt x="60325" y="2324100"/>
                  <a:pt x="61126" y="2343702"/>
                  <a:pt x="66675" y="2362200"/>
                </a:cubicBezTo>
                <a:cubicBezTo>
                  <a:pt x="77814" y="2399330"/>
                  <a:pt x="93988" y="2405901"/>
                  <a:pt x="114300" y="2438400"/>
                </a:cubicBezTo>
                <a:cubicBezTo>
                  <a:pt x="121825" y="2450441"/>
                  <a:pt x="126454" y="2464088"/>
                  <a:pt x="133350" y="2476500"/>
                </a:cubicBezTo>
                <a:cubicBezTo>
                  <a:pt x="152497" y="2510965"/>
                  <a:pt x="161127" y="2522928"/>
                  <a:pt x="180975" y="2552700"/>
                </a:cubicBezTo>
                <a:cubicBezTo>
                  <a:pt x="199375" y="2626299"/>
                  <a:pt x="176197" y="2556078"/>
                  <a:pt x="228600" y="2638425"/>
                </a:cubicBezTo>
                <a:cubicBezTo>
                  <a:pt x="240035" y="2656394"/>
                  <a:pt x="243688" y="2679091"/>
                  <a:pt x="257175" y="2695575"/>
                </a:cubicBezTo>
                <a:cubicBezTo>
                  <a:pt x="292284" y="2738486"/>
                  <a:pt x="338015" y="2758648"/>
                  <a:pt x="390525" y="2771775"/>
                </a:cubicBezTo>
                <a:cubicBezTo>
                  <a:pt x="415358" y="2777983"/>
                  <a:pt x="441284" y="2778473"/>
                  <a:pt x="466725" y="2781300"/>
                </a:cubicBezTo>
                <a:cubicBezTo>
                  <a:pt x="498438" y="2784824"/>
                  <a:pt x="530129" y="2788835"/>
                  <a:pt x="561975" y="2790825"/>
                </a:cubicBezTo>
                <a:lnTo>
                  <a:pt x="923925" y="2809875"/>
                </a:lnTo>
                <a:cubicBezTo>
                  <a:pt x="1079500" y="2806700"/>
                  <a:pt x="1235274" y="2808825"/>
                  <a:pt x="1390650" y="2800350"/>
                </a:cubicBezTo>
                <a:cubicBezTo>
                  <a:pt x="1423638" y="2798551"/>
                  <a:pt x="1532084" y="2739941"/>
                  <a:pt x="1543050" y="2733675"/>
                </a:cubicBezTo>
                <a:cubicBezTo>
                  <a:pt x="1637463" y="2679724"/>
                  <a:pt x="1678564" y="2646358"/>
                  <a:pt x="1762125" y="2571750"/>
                </a:cubicBezTo>
                <a:cubicBezTo>
                  <a:pt x="1814067" y="2525373"/>
                  <a:pt x="1867943" y="2480633"/>
                  <a:pt x="1914525" y="2428875"/>
                </a:cubicBezTo>
                <a:cubicBezTo>
                  <a:pt x="1954033" y="2384977"/>
                  <a:pt x="1984375" y="2333625"/>
                  <a:pt x="2019300" y="2286000"/>
                </a:cubicBezTo>
                <a:cubicBezTo>
                  <a:pt x="2038350" y="2232025"/>
                  <a:pt x="2062568" y="2179604"/>
                  <a:pt x="2076450" y="2124075"/>
                </a:cubicBezTo>
                <a:cubicBezTo>
                  <a:pt x="2104010" y="2013833"/>
                  <a:pt x="2114673" y="1832147"/>
                  <a:pt x="2124075" y="1724025"/>
                </a:cubicBezTo>
                <a:cubicBezTo>
                  <a:pt x="2114550" y="1552575"/>
                  <a:pt x="2111046" y="1380684"/>
                  <a:pt x="2095500" y="1209675"/>
                </a:cubicBezTo>
                <a:cubicBezTo>
                  <a:pt x="2088789" y="1135858"/>
                  <a:pt x="2072155" y="1063238"/>
                  <a:pt x="2057400" y="990600"/>
                </a:cubicBezTo>
                <a:cubicBezTo>
                  <a:pt x="2030870" y="859993"/>
                  <a:pt x="2023393" y="722905"/>
                  <a:pt x="1971675" y="600075"/>
                </a:cubicBezTo>
                <a:cubicBezTo>
                  <a:pt x="1917783" y="472081"/>
                  <a:pt x="1890610" y="392144"/>
                  <a:pt x="1819275" y="276225"/>
                </a:cubicBezTo>
                <a:cubicBezTo>
                  <a:pt x="1782337" y="216201"/>
                  <a:pt x="1714628" y="129526"/>
                  <a:pt x="1657350" y="85725"/>
                </a:cubicBezTo>
                <a:cubicBezTo>
                  <a:pt x="1634792" y="68475"/>
                  <a:pt x="1607167" y="59007"/>
                  <a:pt x="1581150" y="47625"/>
                </a:cubicBezTo>
                <a:cubicBezTo>
                  <a:pt x="1487989" y="6867"/>
                  <a:pt x="1490289" y="16956"/>
                  <a:pt x="1371600" y="0"/>
                </a:cubicBezTo>
                <a:lnTo>
                  <a:pt x="838200" y="9525"/>
                </a:lnTo>
                <a:cubicBezTo>
                  <a:pt x="822624" y="10027"/>
                  <a:pt x="762853" y="21941"/>
                  <a:pt x="742950" y="28575"/>
                </a:cubicBezTo>
                <a:cubicBezTo>
                  <a:pt x="717215" y="37153"/>
                  <a:pt x="692678" y="49172"/>
                  <a:pt x="666750" y="57150"/>
                </a:cubicBezTo>
                <a:cubicBezTo>
                  <a:pt x="651277" y="61911"/>
                  <a:pt x="635000" y="63500"/>
                  <a:pt x="619125" y="66675"/>
                </a:cubicBezTo>
                <a:cubicBezTo>
                  <a:pt x="609600" y="73025"/>
                  <a:pt x="600489" y="80045"/>
                  <a:pt x="590550" y="85725"/>
                </a:cubicBezTo>
                <a:cubicBezTo>
                  <a:pt x="578222" y="92770"/>
                  <a:pt x="563231" y="95534"/>
                  <a:pt x="552450" y="104775"/>
                </a:cubicBezTo>
                <a:cubicBezTo>
                  <a:pt x="505037" y="145415"/>
                  <a:pt x="543137" y="142875"/>
                  <a:pt x="514350" y="142875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15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224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K-means Clustering</vt:lpstr>
      <vt:lpstr>Introduction</vt:lpstr>
      <vt:lpstr>K-means clustering </vt:lpstr>
      <vt:lpstr>K-means working principle</vt:lpstr>
      <vt:lpstr>K-means clustering – working principle</vt:lpstr>
      <vt:lpstr>K-means clustering – working principle</vt:lpstr>
      <vt:lpstr>K-means clustering – working principle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Dipendra Gurung</dc:creator>
  <cp:lastModifiedBy>Dipendra Gurung</cp:lastModifiedBy>
  <cp:revision>2</cp:revision>
  <dcterms:created xsi:type="dcterms:W3CDTF">2026-04-16T04:01:18Z</dcterms:created>
  <dcterms:modified xsi:type="dcterms:W3CDTF">2026-04-16T04:30:37Z</dcterms:modified>
</cp:coreProperties>
</file>